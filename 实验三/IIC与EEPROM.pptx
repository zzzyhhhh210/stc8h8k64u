
<file path=[Content_Types].xml><?xml version="1.0" encoding="utf-8"?>
<Types xmlns="http://schemas.openxmlformats.org/package/2006/content-types"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7"/>
  </p:notesMasterIdLst>
  <p:sldIdLst>
    <p:sldId id="352" r:id="rId4"/>
    <p:sldId id="354" r:id="rId5"/>
    <p:sldId id="427" r:id="rId6"/>
    <p:sldId id="431" r:id="rId7"/>
    <p:sldId id="428" r:id="rId8"/>
    <p:sldId id="412" r:id="rId9"/>
    <p:sldId id="413" r:id="rId10"/>
    <p:sldId id="414" r:id="rId11"/>
    <p:sldId id="415" r:id="rId12"/>
    <p:sldId id="429" r:id="rId13"/>
    <p:sldId id="417" r:id="rId14"/>
    <p:sldId id="418" r:id="rId15"/>
    <p:sldId id="420" r:id="rId16"/>
  </p:sldIdLst>
  <p:sldSz cx="9144000" cy="5143500" type="screen16x9"/>
  <p:notesSz cx="6858000" cy="9144000"/>
  <p:defaultTextStyle>
    <a:defPPr>
      <a:defRPr lang="en-US"/>
    </a:defPPr>
    <a:lvl1pPr algn="ctr" rtl="0" fontAlgn="base">
      <a:lnSpc>
        <a:spcPct val="90000"/>
      </a:lnSpc>
      <a:spcBef>
        <a:spcPct val="20000"/>
      </a:spcBef>
      <a:spcAft>
        <a:spcPct val="0"/>
      </a:spcAft>
      <a:buClr>
        <a:srgbClr val="993366"/>
      </a:buClr>
      <a:defRPr sz="24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fontAlgn="base">
      <a:lnSpc>
        <a:spcPct val="90000"/>
      </a:lnSpc>
      <a:spcBef>
        <a:spcPct val="20000"/>
      </a:spcBef>
      <a:spcAft>
        <a:spcPct val="0"/>
      </a:spcAft>
      <a:buClr>
        <a:srgbClr val="993366"/>
      </a:buClr>
      <a:defRPr sz="24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fontAlgn="base">
      <a:lnSpc>
        <a:spcPct val="90000"/>
      </a:lnSpc>
      <a:spcBef>
        <a:spcPct val="20000"/>
      </a:spcBef>
      <a:spcAft>
        <a:spcPct val="0"/>
      </a:spcAft>
      <a:buClr>
        <a:srgbClr val="993366"/>
      </a:buClr>
      <a:defRPr sz="24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fontAlgn="base">
      <a:lnSpc>
        <a:spcPct val="90000"/>
      </a:lnSpc>
      <a:spcBef>
        <a:spcPct val="20000"/>
      </a:spcBef>
      <a:spcAft>
        <a:spcPct val="0"/>
      </a:spcAft>
      <a:buClr>
        <a:srgbClr val="993366"/>
      </a:buClr>
      <a:defRPr sz="24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fontAlgn="base">
      <a:lnSpc>
        <a:spcPct val="90000"/>
      </a:lnSpc>
      <a:spcBef>
        <a:spcPct val="20000"/>
      </a:spcBef>
      <a:spcAft>
        <a:spcPct val="0"/>
      </a:spcAft>
      <a:buClr>
        <a:srgbClr val="993366"/>
      </a:buClr>
      <a:defRPr sz="24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66"/>
    <a:srgbClr val="CC0000"/>
    <a:srgbClr val="333399"/>
    <a:srgbClr val="009900"/>
    <a:srgbClr val="FFFF00"/>
    <a:srgbClr val="F0EFE0"/>
    <a:srgbClr val="0A0399"/>
    <a:srgbClr val="87C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87614" autoAdjust="0"/>
  </p:normalViewPr>
  <p:slideViewPr>
    <p:cSldViewPr>
      <p:cViewPr varScale="1">
        <p:scale>
          <a:sx n="133" d="100"/>
          <a:sy n="133" d="100"/>
        </p:scale>
        <p:origin x="402" y="114"/>
      </p:cViewPr>
      <p:guideLst>
        <p:guide orient="horz" pos="1641"/>
        <p:guide pos="2880"/>
      </p:guideLst>
    </p:cSldViewPr>
  </p:slideViewPr>
  <p:outlineViewPr>
    <p:cViewPr>
      <p:scale>
        <a:sx n="33" d="100"/>
        <a:sy n="33" d="100"/>
      </p:scale>
      <p:origin x="0" y="180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"/>
    </p:cViewPr>
  </p:sorterViewPr>
  <p:notesViewPr>
    <p:cSldViewPr>
      <p:cViewPr varScale="1">
        <p:scale>
          <a:sx n="88" d="100"/>
          <a:sy n="88" d="100"/>
        </p:scale>
        <p:origin x="-3806" y="-72"/>
      </p:cViewPr>
      <p:guideLst>
        <p:guide orient="horz" pos="291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buClrTx/>
              <a:defRPr kumimoji="1"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defRPr kumimoji="1"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6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596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buClrTx/>
              <a:defRPr kumimoji="1"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96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defRPr kumimoji="1"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F9CB36B-279E-40B6-8A21-CB3B87F5F2F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9CB36B-279E-40B6-8A21-CB3B87F5F2F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9" Type="http://schemas.openxmlformats.org/officeDocument/2006/relationships/tags" Target="../tags/tag160.xml"/><Relationship Id="rId18" Type="http://schemas.openxmlformats.org/officeDocument/2006/relationships/tags" Target="../tags/tag159.xml"/><Relationship Id="rId17" Type="http://schemas.openxmlformats.org/officeDocument/2006/relationships/tags" Target="../tags/tag158.xml"/><Relationship Id="rId16" Type="http://schemas.openxmlformats.org/officeDocument/2006/relationships/tags" Target="../tags/tag157.xml"/><Relationship Id="rId15" Type="http://schemas.openxmlformats.org/officeDocument/2006/relationships/tags" Target="../tags/tag156.xml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tags" Target="../tags/tag2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3" Type="http://schemas.openxmlformats.org/officeDocument/2006/relationships/tags" Target="../tags/tag216.xml"/><Relationship Id="rId12" Type="http://schemas.openxmlformats.org/officeDocument/2006/relationships/tags" Target="../tags/tag215.xml"/><Relationship Id="rId11" Type="http://schemas.openxmlformats.org/officeDocument/2006/relationships/tags" Target="../tags/tag214.xml"/><Relationship Id="rId10" Type="http://schemas.openxmlformats.org/officeDocument/2006/relationships/tags" Target="../tags/tag213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4" Type="http://schemas.openxmlformats.org/officeDocument/2006/relationships/tags" Target="../tags/tag229.xml"/><Relationship Id="rId13" Type="http://schemas.openxmlformats.org/officeDocument/2006/relationships/tags" Target="../tags/tag228.xml"/><Relationship Id="rId12" Type="http://schemas.openxmlformats.org/officeDocument/2006/relationships/tags" Target="../tags/tag22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37.xml"/><Relationship Id="rId8" Type="http://schemas.openxmlformats.org/officeDocument/2006/relationships/tags" Target="../tags/tag236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0" Type="http://schemas.openxmlformats.org/officeDocument/2006/relationships/tags" Target="../tags/tag238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图片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41674"/>
            <a:ext cx="9180513" cy="512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 descr="图片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49"/>
            <a:ext cx="9215438" cy="5182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007A2-9C60-4AE4-8BBF-71C9F4F4B68B}" type="datetimeFigureOut">
              <a:rPr lang="en-US"/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23093B-5313-4AA8-AEC1-7B68E8A2BD39}" type="slidenum">
              <a:rPr lang="en-US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6D9B80-8018-427D-9E3E-E73355FEF93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930E7D-A5AD-418B-A311-48FED0BB9D7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9D43B9-7A71-452E-92A8-95966A4A7CB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13B7FC-9F04-4307-AB9A-9D417B40A08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E0597-7105-475E-A8A1-CF2C14D7D06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F1BEDF-2595-4E11-BDA2-F3AB52F3461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950E1-60DF-4FCE-BB56-211E3F17682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096BE0-BCEC-4410-A245-2DD6551C1F0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45BA1B-DA8C-4AF9-BC04-CBAE63BF981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259E7-98BA-4617-9C55-F0CFF007FEB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片机模板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239" y="-715"/>
            <a:ext cx="9144000" cy="5144215"/>
            <a:chOff x="-318" y="-953"/>
            <a:chExt cx="12192000" cy="6858953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-318" y="635"/>
              <a:ext cx="12192000" cy="6857365"/>
              <a:chOff x="-318" y="635"/>
              <a:chExt cx="12192000" cy="6857365"/>
            </a:xfrm>
          </p:grpSpPr>
          <p:grpSp>
            <p:nvGrpSpPr>
              <p:cNvPr id="11" name="组合 10"/>
              <p:cNvGrpSpPr/>
              <p:nvPr userDrawn="1">
                <p:custDataLst>
                  <p:tags r:id="rId3"/>
                </p:custDataLst>
              </p:nvPr>
            </p:nvGrpSpPr>
            <p:grpSpPr>
              <a:xfrm>
                <a:off x="-318" y="635"/>
                <a:ext cx="12192000" cy="6857365"/>
                <a:chOff x="0" y="0"/>
                <a:chExt cx="19200" cy="10799"/>
              </a:xfrm>
            </p:grpSpPr>
            <p:sp>
              <p:nvSpPr>
                <p:cNvPr id="12" name="矩形 11"/>
                <p:cNvSpPr/>
                <p:nvPr userDrawn="1">
                  <p:custDataLst>
                    <p:tags r:id="rId4"/>
                  </p:custDataLst>
                </p:nvPr>
              </p:nvSpPr>
              <p:spPr>
                <a:xfrm>
                  <a:off x="0" y="0"/>
                  <a:ext cx="19200" cy="43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46800" rIns="90000" bIns="46800" rtlCol="0" anchor="ctr">
                  <a:normAutofit/>
                </a:bodyPr>
                <a:lstStyle/>
                <a:p>
                  <a:pPr defTabSz="342900" fontAlgn="auto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" name="矩形 12"/>
                <p:cNvSpPr/>
                <p:nvPr userDrawn="1">
                  <p:custDataLst>
                    <p:tags r:id="rId5"/>
                  </p:custDataLst>
                </p:nvPr>
              </p:nvSpPr>
              <p:spPr>
                <a:xfrm>
                  <a:off x="0" y="9720"/>
                  <a:ext cx="19200" cy="107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46800" rIns="90000" bIns="46800" rtlCol="0" anchor="ctr">
                  <a:normAutofit/>
                </a:bodyPr>
                <a:lstStyle/>
                <a:p>
                  <a:pPr defTabSz="342900" fontAlgn="auto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" name="菱形 24"/>
                <p:cNvSpPr/>
                <p:nvPr userDrawn="1">
                  <p:custDataLst>
                    <p:tags r:id="rId6"/>
                  </p:custDataLst>
                </p:nvPr>
              </p:nvSpPr>
              <p:spPr>
                <a:xfrm flipH="1">
                  <a:off x="420" y="399"/>
                  <a:ext cx="474" cy="441"/>
                </a:xfrm>
                <a:prstGeom prst="diamond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46800" rIns="90000" bIns="46800" rtlCol="0" anchor="ctr">
                  <a:normAutofit fontScale="25000" lnSpcReduction="20000"/>
                </a:bodyPr>
                <a:lstStyle/>
                <a:p>
                  <a:pPr defTabSz="342900" fontAlgn="auto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19" name="组合 18"/>
                <p:cNvGrpSpPr/>
                <p:nvPr userDrawn="1">
                  <p:custDataLst>
                    <p:tags r:id="rId7"/>
                  </p:custDataLst>
                </p:nvPr>
              </p:nvGrpSpPr>
              <p:grpSpPr>
                <a:xfrm>
                  <a:off x="16448" y="9574"/>
                  <a:ext cx="2074" cy="675"/>
                  <a:chOff x="0" y="3633950"/>
                  <a:chExt cx="1405715" cy="457699"/>
                </a:xfrm>
              </p:grpSpPr>
              <p:sp>
                <p:nvSpPr>
                  <p:cNvPr id="20" name="菱形 19"/>
                  <p:cNvSpPr/>
                  <p:nvPr userDrawn="1">
                    <p:custDataLst>
                      <p:tags r:id="rId8"/>
                    </p:custDataLst>
                  </p:nvPr>
                </p:nvSpPr>
                <p:spPr>
                  <a:xfrm>
                    <a:off x="0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0000" tIns="46800" rIns="90000" bIns="46800" rtlCol="0" anchor="ctr">
                    <a:normAutofit fontScale="25000" lnSpcReduction="20000"/>
                  </a:bodyPr>
                  <a:lstStyle/>
                  <a:p>
                    <a:pPr defTabSz="342900" fontAlgn="auto">
                      <a:lnSpc>
                        <a:spcPct val="1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</a:pPr>
                    <a:endParaRPr lang="zh-CN" altLang="en-US" sz="140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1" name="菱形 20"/>
                  <p:cNvSpPr/>
                  <p:nvPr userDrawn="1">
                    <p:custDataLst>
                      <p:tags r:id="rId9"/>
                    </p:custDataLst>
                  </p:nvPr>
                </p:nvSpPr>
                <p:spPr>
                  <a:xfrm>
                    <a:off x="474008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0000" tIns="46800" rIns="90000" bIns="46800" rtlCol="0" anchor="ctr">
                    <a:normAutofit fontScale="25000" lnSpcReduction="20000"/>
                  </a:bodyPr>
                  <a:lstStyle/>
                  <a:p>
                    <a:pPr defTabSz="342900" fontAlgn="auto">
                      <a:lnSpc>
                        <a:spcPct val="1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</a:pPr>
                    <a:endParaRPr lang="zh-CN" altLang="en-US" sz="140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2" name="菱形 21"/>
                  <p:cNvSpPr/>
                  <p:nvPr userDrawn="1">
                    <p:custDataLst>
                      <p:tags r:id="rId10"/>
                    </p:custDataLst>
                  </p:nvPr>
                </p:nvSpPr>
                <p:spPr>
                  <a:xfrm>
                    <a:off x="948016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0000" tIns="46800" rIns="90000" bIns="46800" rtlCol="0" anchor="ctr">
                    <a:normAutofit fontScale="25000" lnSpcReduction="20000"/>
                  </a:bodyPr>
                  <a:lstStyle/>
                  <a:p>
                    <a:pPr defTabSz="342900" fontAlgn="auto">
                      <a:lnSpc>
                        <a:spcPct val="1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</a:pPr>
                    <a:endParaRPr lang="zh-CN" altLang="en-US" sz="1400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  <p:sp>
            <p:nvSpPr>
              <p:cNvPr id="8" name="圆角矩形 7"/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193040" y="182880"/>
                <a:ext cx="11805285" cy="6491605"/>
              </a:xfrm>
              <a:prstGeom prst="roundRect">
                <a:avLst>
                  <a:gd name="adj" fmla="val 172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46800" rIns="90000" bIns="46800" rtlCol="0" anchor="ctr">
                <a:normAutofit/>
              </a:bodyPr>
              <a:lstStyle/>
              <a:p>
                <a:pPr defTabSz="3429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五边形 4"/>
            <p:cNvSpPr/>
            <p:nvPr userDrawn="1">
              <p:custDataLst>
                <p:tags r:id="rId12"/>
              </p:custDataLst>
            </p:nvPr>
          </p:nvSpPr>
          <p:spPr>
            <a:xfrm rot="5400000">
              <a:off x="5432425" y="-160020"/>
              <a:ext cx="1327785" cy="1645920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>
              <a:normAutofit/>
            </a:bodyPr>
            <a:lstStyle/>
            <a:p>
              <a:pPr defTabSz="34290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 dirty="0">
                <a:solidFill>
                  <a:prstClr val="white"/>
                </a:solidFill>
              </a:endParaRPr>
            </a:p>
          </p:txBody>
        </p:sp>
        <p:sp>
          <p:nvSpPr>
            <p:cNvPr id="9" name="五边形 6"/>
            <p:cNvSpPr/>
            <p:nvPr userDrawn="1">
              <p:custDataLst>
                <p:tags r:id="rId13"/>
              </p:custDataLst>
            </p:nvPr>
          </p:nvSpPr>
          <p:spPr>
            <a:xfrm rot="16200000" flipV="1">
              <a:off x="5792470" y="5658485"/>
              <a:ext cx="607060" cy="1645920"/>
            </a:xfrm>
            <a:prstGeom prst="homePlate">
              <a:avLst>
                <a:gd name="adj" fmla="val 80230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>
              <a:normAutofit/>
            </a:bodyPr>
            <a:lstStyle/>
            <a:p>
              <a:pPr defTabSz="34290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59807" y="4762375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3087000" y="4762375"/>
            <a:ext cx="2970000" cy="237600"/>
          </a:xfrm>
        </p:spPr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457950" y="4762375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7"/>
            </p:custDataLst>
          </p:nvPr>
        </p:nvSpPr>
        <p:spPr>
          <a:xfrm>
            <a:off x="2496151" y="3212545"/>
            <a:ext cx="1890000" cy="363855"/>
          </a:xfrm>
        </p:spPr>
        <p:txBody>
          <a:bodyPr lIns="67500" tIns="35100" rIns="67500" bIns="35100" anchor="ctr" anchorCtr="0">
            <a:normAutofit/>
          </a:bodyPr>
          <a:lstStyle>
            <a:lvl1pPr marL="0" indent="0" algn="r">
              <a:lnSpc>
                <a:spcPct val="130000"/>
              </a:lnSpc>
              <a:spcAft>
                <a:spcPts val="0"/>
              </a:spcAft>
              <a:buNone/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8"/>
            </p:custDataLst>
          </p:nvPr>
        </p:nvSpPr>
        <p:spPr>
          <a:xfrm>
            <a:off x="1944767" y="1611788"/>
            <a:ext cx="5254467" cy="1008358"/>
          </a:xfrm>
        </p:spPr>
        <p:txBody>
          <a:bodyPr lIns="67500" tIns="35100" rIns="67500" bIns="0" anchor="b" anchorCtr="0">
            <a:normAutofit/>
          </a:bodyPr>
          <a:lstStyle>
            <a:lvl1pPr algn="ctr">
              <a:defRPr sz="5000" spc="45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9"/>
            </p:custDataLst>
          </p:nvPr>
        </p:nvSpPr>
        <p:spPr>
          <a:xfrm>
            <a:off x="1944529" y="2665095"/>
            <a:ext cx="5253990" cy="363855"/>
          </a:xfrm>
        </p:spPr>
        <p:txBody>
          <a:bodyPr lIns="67500" tIns="0" rIns="67500" bIns="35100" anchor="t" anchorCtr="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20"/>
            </p:custDataLst>
          </p:nvPr>
        </p:nvSpPr>
        <p:spPr>
          <a:xfrm>
            <a:off x="4718622" y="3214982"/>
            <a:ext cx="1890000" cy="358980"/>
          </a:xfrm>
        </p:spPr>
        <p:txBody>
          <a:bodyPr lIns="67500" tIns="35100" rIns="67500" bIns="35100" anchor="ctr" anchorCtr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  <a:lvl2pPr marL="342900" indent="0">
              <a:buNone/>
              <a:defRPr/>
            </a:lvl2pPr>
          </a:lstStyle>
          <a:p>
            <a: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239" y="-715"/>
            <a:ext cx="9144000" cy="5144215"/>
            <a:chOff x="-318" y="-953"/>
            <a:chExt cx="12192000" cy="6858953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-318" y="635"/>
              <a:ext cx="12192000" cy="6857365"/>
              <a:chOff x="-318" y="635"/>
              <a:chExt cx="12192000" cy="6857365"/>
            </a:xfrm>
          </p:grpSpPr>
          <p:grpSp>
            <p:nvGrpSpPr>
              <p:cNvPr id="11" name="组合 10"/>
              <p:cNvGrpSpPr/>
              <p:nvPr userDrawn="1">
                <p:custDataLst>
                  <p:tags r:id="rId3"/>
                </p:custDataLst>
              </p:nvPr>
            </p:nvGrpSpPr>
            <p:grpSpPr>
              <a:xfrm>
                <a:off x="-318" y="635"/>
                <a:ext cx="12192000" cy="6857365"/>
                <a:chOff x="0" y="0"/>
                <a:chExt cx="19200" cy="10799"/>
              </a:xfrm>
            </p:grpSpPr>
            <p:sp>
              <p:nvSpPr>
                <p:cNvPr id="12" name="矩形 11"/>
                <p:cNvSpPr/>
                <p:nvPr userDrawn="1">
                  <p:custDataLst>
                    <p:tags r:id="rId4"/>
                  </p:custDataLst>
                </p:nvPr>
              </p:nvSpPr>
              <p:spPr>
                <a:xfrm>
                  <a:off x="0" y="0"/>
                  <a:ext cx="19200" cy="43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46800" rIns="90000" bIns="46800" rtlCol="0" anchor="ctr">
                  <a:normAutofit/>
                </a:bodyPr>
                <a:lstStyle/>
                <a:p>
                  <a:pPr defTabSz="342900" fontAlgn="auto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" name="矩形 12"/>
                <p:cNvSpPr/>
                <p:nvPr userDrawn="1">
                  <p:custDataLst>
                    <p:tags r:id="rId5"/>
                  </p:custDataLst>
                </p:nvPr>
              </p:nvSpPr>
              <p:spPr>
                <a:xfrm>
                  <a:off x="0" y="9720"/>
                  <a:ext cx="19200" cy="107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46800" rIns="90000" bIns="46800" rtlCol="0" anchor="ctr">
                  <a:normAutofit/>
                </a:bodyPr>
                <a:lstStyle/>
                <a:p>
                  <a:pPr defTabSz="342900" fontAlgn="auto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" name="菱形 24"/>
                <p:cNvSpPr/>
                <p:nvPr userDrawn="1">
                  <p:custDataLst>
                    <p:tags r:id="rId6"/>
                  </p:custDataLst>
                </p:nvPr>
              </p:nvSpPr>
              <p:spPr>
                <a:xfrm flipH="1">
                  <a:off x="420" y="399"/>
                  <a:ext cx="474" cy="441"/>
                </a:xfrm>
                <a:prstGeom prst="diamond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46800" rIns="90000" bIns="46800" rtlCol="0" anchor="ctr">
                  <a:normAutofit fontScale="25000" lnSpcReduction="20000"/>
                </a:bodyPr>
                <a:lstStyle/>
                <a:p>
                  <a:pPr defTabSz="342900" fontAlgn="auto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19" name="组合 18"/>
                <p:cNvGrpSpPr/>
                <p:nvPr userDrawn="1">
                  <p:custDataLst>
                    <p:tags r:id="rId7"/>
                  </p:custDataLst>
                </p:nvPr>
              </p:nvGrpSpPr>
              <p:grpSpPr>
                <a:xfrm>
                  <a:off x="16448" y="9574"/>
                  <a:ext cx="2074" cy="675"/>
                  <a:chOff x="0" y="3633950"/>
                  <a:chExt cx="1405715" cy="457699"/>
                </a:xfrm>
              </p:grpSpPr>
              <p:sp>
                <p:nvSpPr>
                  <p:cNvPr id="20" name="菱形 19"/>
                  <p:cNvSpPr/>
                  <p:nvPr userDrawn="1">
                    <p:custDataLst>
                      <p:tags r:id="rId8"/>
                    </p:custDataLst>
                  </p:nvPr>
                </p:nvSpPr>
                <p:spPr>
                  <a:xfrm>
                    <a:off x="0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0000" tIns="46800" rIns="90000" bIns="46800" rtlCol="0" anchor="ctr">
                    <a:normAutofit fontScale="25000" lnSpcReduction="20000"/>
                  </a:bodyPr>
                  <a:lstStyle/>
                  <a:p>
                    <a:pPr defTabSz="342900" fontAlgn="auto">
                      <a:lnSpc>
                        <a:spcPct val="1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</a:pPr>
                    <a:endParaRPr lang="zh-CN" altLang="en-US" sz="140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1" name="菱形 20"/>
                  <p:cNvSpPr/>
                  <p:nvPr userDrawn="1">
                    <p:custDataLst>
                      <p:tags r:id="rId9"/>
                    </p:custDataLst>
                  </p:nvPr>
                </p:nvSpPr>
                <p:spPr>
                  <a:xfrm>
                    <a:off x="474008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0000" tIns="46800" rIns="90000" bIns="46800" rtlCol="0" anchor="ctr">
                    <a:normAutofit fontScale="25000" lnSpcReduction="20000"/>
                  </a:bodyPr>
                  <a:lstStyle/>
                  <a:p>
                    <a:pPr defTabSz="342900" fontAlgn="auto">
                      <a:lnSpc>
                        <a:spcPct val="1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</a:pPr>
                    <a:endParaRPr lang="zh-CN" altLang="en-US" sz="140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2" name="菱形 21"/>
                  <p:cNvSpPr/>
                  <p:nvPr userDrawn="1">
                    <p:custDataLst>
                      <p:tags r:id="rId10"/>
                    </p:custDataLst>
                  </p:nvPr>
                </p:nvSpPr>
                <p:spPr>
                  <a:xfrm>
                    <a:off x="948016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0000" tIns="46800" rIns="90000" bIns="46800" rtlCol="0" anchor="ctr">
                    <a:normAutofit fontScale="25000" lnSpcReduction="20000"/>
                  </a:bodyPr>
                  <a:lstStyle/>
                  <a:p>
                    <a:pPr defTabSz="342900" fontAlgn="auto">
                      <a:lnSpc>
                        <a:spcPct val="1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</a:pPr>
                    <a:endParaRPr lang="zh-CN" altLang="en-US" sz="1400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  <p:sp>
            <p:nvSpPr>
              <p:cNvPr id="8" name="圆角矩形 7"/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193040" y="182880"/>
                <a:ext cx="11805285" cy="6491605"/>
              </a:xfrm>
              <a:prstGeom prst="roundRect">
                <a:avLst>
                  <a:gd name="adj" fmla="val 172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46800" rIns="90000" bIns="46800" rtlCol="0" anchor="ctr">
                <a:normAutofit/>
              </a:bodyPr>
              <a:lstStyle/>
              <a:p>
                <a:pPr defTabSz="3429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五边形 4"/>
            <p:cNvSpPr/>
            <p:nvPr userDrawn="1">
              <p:custDataLst>
                <p:tags r:id="rId12"/>
              </p:custDataLst>
            </p:nvPr>
          </p:nvSpPr>
          <p:spPr>
            <a:xfrm rot="5400000">
              <a:off x="5432425" y="-160020"/>
              <a:ext cx="1327785" cy="1645920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>
              <a:normAutofit/>
            </a:bodyPr>
            <a:lstStyle/>
            <a:p>
              <a:pPr defTabSz="34290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 dirty="0">
                <a:solidFill>
                  <a:prstClr val="white"/>
                </a:solidFill>
              </a:endParaRPr>
            </a:p>
          </p:txBody>
        </p:sp>
        <p:sp>
          <p:nvSpPr>
            <p:cNvPr id="9" name="五边形 6"/>
            <p:cNvSpPr/>
            <p:nvPr userDrawn="1">
              <p:custDataLst>
                <p:tags r:id="rId13"/>
              </p:custDataLst>
            </p:nvPr>
          </p:nvSpPr>
          <p:spPr>
            <a:xfrm rot="16200000" flipV="1">
              <a:off x="5792470" y="5658485"/>
              <a:ext cx="607060" cy="1645920"/>
            </a:xfrm>
            <a:prstGeom prst="homePlate">
              <a:avLst>
                <a:gd name="adj" fmla="val 80230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>
              <a:normAutofit/>
            </a:bodyPr>
            <a:lstStyle/>
            <a:p>
              <a:pPr defTabSz="34290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59807" y="4762375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3087000" y="4762375"/>
            <a:ext cx="2970000" cy="237600"/>
          </a:xfrm>
        </p:spPr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457950" y="4762375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7"/>
            </p:custDataLst>
          </p:nvPr>
        </p:nvSpPr>
        <p:spPr>
          <a:xfrm>
            <a:off x="2496151" y="3212545"/>
            <a:ext cx="1890000" cy="363855"/>
          </a:xfrm>
        </p:spPr>
        <p:txBody>
          <a:bodyPr lIns="67500" tIns="35100" rIns="67500" bIns="35100" anchor="ctr" anchorCtr="0">
            <a:normAutofit/>
          </a:bodyPr>
          <a:lstStyle>
            <a:lvl1pPr marL="0" indent="0" algn="r">
              <a:lnSpc>
                <a:spcPct val="130000"/>
              </a:lnSpc>
              <a:spcAft>
                <a:spcPts val="0"/>
              </a:spcAft>
              <a:buNone/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8"/>
            </p:custDataLst>
          </p:nvPr>
        </p:nvSpPr>
        <p:spPr>
          <a:xfrm>
            <a:off x="1944767" y="1611788"/>
            <a:ext cx="5254467" cy="1008358"/>
          </a:xfrm>
        </p:spPr>
        <p:txBody>
          <a:bodyPr lIns="67500" tIns="35100" rIns="67500" bIns="0" anchor="b" anchorCtr="0">
            <a:normAutofit/>
          </a:bodyPr>
          <a:lstStyle>
            <a:lvl1pPr algn="ctr">
              <a:defRPr sz="5000" spc="45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9"/>
            </p:custDataLst>
          </p:nvPr>
        </p:nvSpPr>
        <p:spPr>
          <a:xfrm>
            <a:off x="1944529" y="2665095"/>
            <a:ext cx="5253990" cy="363855"/>
          </a:xfrm>
        </p:spPr>
        <p:txBody>
          <a:bodyPr lIns="67500" tIns="0" rIns="67500" bIns="35100" anchor="t" anchorCtr="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20"/>
            </p:custDataLst>
          </p:nvPr>
        </p:nvSpPr>
        <p:spPr>
          <a:xfrm>
            <a:off x="4718622" y="3214982"/>
            <a:ext cx="1890000" cy="358980"/>
          </a:xfrm>
        </p:spPr>
        <p:txBody>
          <a:bodyPr lIns="67500" tIns="35100" rIns="67500" bIns="35100" anchor="ctr" anchorCtr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  <a:lvl2pPr marL="342900" indent="0">
              <a:buNone/>
              <a:defRPr/>
            </a:lvl2pPr>
          </a:lstStyle>
          <a:p>
            <a: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220714" y="-20828"/>
            <a:ext cx="8816564" cy="4958318"/>
            <a:chOff x="294286" y="-27771"/>
            <a:chExt cx="11755418" cy="6611091"/>
          </a:xfrm>
        </p:grpSpPr>
        <p:grpSp>
          <p:nvGrpSpPr>
            <p:cNvPr id="8" name="组合 7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11598965" y="6433146"/>
              <a:ext cx="450739" cy="150174"/>
              <a:chOff x="0" y="3623101"/>
              <a:chExt cx="1405715" cy="468548"/>
            </a:xfrm>
          </p:grpSpPr>
          <p:sp>
            <p:nvSpPr>
              <p:cNvPr id="10" name="菱形 9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0" y="3633950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1" name="菱形 10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474008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菱形 11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948016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" name="五边形 4"/>
            <p:cNvSpPr/>
            <p:nvPr userDrawn="1">
              <p:custDataLst>
                <p:tags r:id="rId7"/>
              </p:custDataLst>
            </p:nvPr>
          </p:nvSpPr>
          <p:spPr>
            <a:xfrm rot="5400000">
              <a:off x="346791" y="-80276"/>
              <a:ext cx="438277" cy="543287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3" y="332426"/>
            <a:ext cx="8139178" cy="331473"/>
          </a:xfrm>
        </p:spPr>
        <p:txBody>
          <a:bodyPr vert="horz" lIns="76200" tIns="28575" rIns="57150" bIns="28575" rtlCol="0" anchor="t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502413" y="714383"/>
            <a:ext cx="8139178" cy="4041680"/>
          </a:xfrm>
        </p:spPr>
        <p:txBody>
          <a:bodyPr vert="horz" lIns="76200" tIns="0" rIns="61913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-239" y="-715"/>
            <a:ext cx="9144000" cy="5144215"/>
            <a:chOff x="-318" y="-953"/>
            <a:chExt cx="12192000" cy="6858953"/>
          </a:xfrm>
        </p:grpSpPr>
        <p:grpSp>
          <p:nvGrpSpPr>
            <p:cNvPr id="11" name="组合 10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318" y="635"/>
              <a:ext cx="12192000" cy="6857365"/>
              <a:chOff x="0" y="0"/>
              <a:chExt cx="19200" cy="10799"/>
            </a:xfrm>
          </p:grpSpPr>
          <p:sp>
            <p:nvSpPr>
              <p:cNvPr id="12" name="矩形 11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0" y="0"/>
                <a:ext cx="19200" cy="43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0" y="9720"/>
                <a:ext cx="19200" cy="107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菱形 13"/>
              <p:cNvSpPr/>
              <p:nvPr userDrawn="1">
                <p:custDataLst>
                  <p:tags r:id="rId6"/>
                </p:custDataLst>
              </p:nvPr>
            </p:nvSpPr>
            <p:spPr>
              <a:xfrm flipH="1">
                <a:off x="420" y="399"/>
                <a:ext cx="474" cy="441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15" name="组合 14"/>
              <p:cNvGrpSpPr/>
              <p:nvPr userDrawn="1">
                <p:custDataLst>
                  <p:tags r:id="rId7"/>
                </p:custDataLst>
              </p:nvPr>
            </p:nvGrpSpPr>
            <p:grpSpPr>
              <a:xfrm>
                <a:off x="16448" y="9574"/>
                <a:ext cx="2074" cy="675"/>
                <a:chOff x="0" y="3633950"/>
                <a:chExt cx="1405715" cy="457699"/>
              </a:xfrm>
            </p:grpSpPr>
            <p:sp>
              <p:nvSpPr>
                <p:cNvPr id="16" name="菱形 15"/>
                <p:cNvSpPr/>
                <p:nvPr userDrawn="1">
                  <p:custDataLst>
                    <p:tags r:id="rId8"/>
                  </p:custDataLst>
                </p:nvPr>
              </p:nvSpPr>
              <p:spPr>
                <a:xfrm>
                  <a:off x="0" y="3633950"/>
                  <a:ext cx="457699" cy="457699"/>
                </a:xfrm>
                <a:prstGeom prst="diamond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3429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" name="菱形 16"/>
                <p:cNvSpPr/>
                <p:nvPr userDrawn="1">
                  <p:custDataLst>
                    <p:tags r:id="rId9"/>
                  </p:custDataLst>
                </p:nvPr>
              </p:nvSpPr>
              <p:spPr>
                <a:xfrm>
                  <a:off x="474008" y="3633950"/>
                  <a:ext cx="457699" cy="457699"/>
                </a:xfrm>
                <a:prstGeom prst="diamond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3429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菱形 17"/>
                <p:cNvSpPr/>
                <p:nvPr userDrawn="1">
                  <p:custDataLst>
                    <p:tags r:id="rId10"/>
                  </p:custDataLst>
                </p:nvPr>
              </p:nvSpPr>
              <p:spPr>
                <a:xfrm>
                  <a:off x="948016" y="3633950"/>
                  <a:ext cx="457699" cy="457699"/>
                </a:xfrm>
                <a:prstGeom prst="diamond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3429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</p:grpSp>
        </p:grpSp>
        <p:sp>
          <p:nvSpPr>
            <p:cNvPr id="7" name="圆角矩形 7"/>
            <p:cNvSpPr/>
            <p:nvPr userDrawn="1">
              <p:custDataLst>
                <p:tags r:id="rId11"/>
              </p:custDataLst>
            </p:nvPr>
          </p:nvSpPr>
          <p:spPr>
            <a:xfrm>
              <a:off x="193040" y="182880"/>
              <a:ext cx="11805285" cy="6491605"/>
            </a:xfrm>
            <a:prstGeom prst="roundRect">
              <a:avLst>
                <a:gd name="adj" fmla="val 1724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 dirty="0">
                <a:solidFill>
                  <a:prstClr val="white"/>
                </a:solidFill>
              </a:endParaRPr>
            </a:p>
          </p:txBody>
        </p:sp>
        <p:sp>
          <p:nvSpPr>
            <p:cNvPr id="10" name="五边形 4"/>
            <p:cNvSpPr/>
            <p:nvPr userDrawn="1">
              <p:custDataLst>
                <p:tags r:id="rId12"/>
              </p:custDataLst>
            </p:nvPr>
          </p:nvSpPr>
          <p:spPr>
            <a:xfrm rot="5400000">
              <a:off x="5432425" y="-160020"/>
              <a:ext cx="1327785" cy="1645920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8" name="五边形 6"/>
            <p:cNvSpPr/>
            <p:nvPr userDrawn="1">
              <p:custDataLst>
                <p:tags r:id="rId13"/>
              </p:custDataLst>
            </p:nvPr>
          </p:nvSpPr>
          <p:spPr>
            <a:xfrm rot="16200000" flipV="1">
              <a:off x="5792470" y="5658485"/>
              <a:ext cx="607060" cy="1645920"/>
            </a:xfrm>
            <a:prstGeom prst="homePlate">
              <a:avLst>
                <a:gd name="adj" fmla="val 80230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4"/>
            </p:custDataLst>
          </p:nvPr>
        </p:nvSpPr>
        <p:spPr>
          <a:xfrm>
            <a:off x="3087001" y="1988823"/>
            <a:ext cx="4057175" cy="704370"/>
          </a:xfrm>
        </p:spPr>
        <p:txBody>
          <a:bodyPr lIns="67500" tIns="35100" rIns="67500" bIns="35100" anchor="b" anchorCtr="0">
            <a:normAutofit/>
          </a:bodyPr>
          <a:lstStyle>
            <a:lvl1pPr>
              <a:defRPr sz="3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5"/>
            </p:custDataLst>
          </p:nvPr>
        </p:nvSpPr>
        <p:spPr>
          <a:xfrm>
            <a:off x="3087001" y="2734707"/>
            <a:ext cx="4057175" cy="983160"/>
          </a:xfrm>
        </p:spPr>
        <p:txBody>
          <a:bodyPr lIns="67500" tIns="0" rIns="67500" bIns="351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220714" y="-20828"/>
            <a:ext cx="8816564" cy="4958318"/>
            <a:chOff x="294286" y="-27771"/>
            <a:chExt cx="11755418" cy="6611091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11598965" y="6433146"/>
              <a:ext cx="450739" cy="150174"/>
              <a:chOff x="0" y="3623101"/>
              <a:chExt cx="1405715" cy="468548"/>
            </a:xfrm>
          </p:grpSpPr>
          <p:sp>
            <p:nvSpPr>
              <p:cNvPr id="11" name="菱形 10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0" y="3633950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菱形 11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474008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菱形 12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948016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五边形 4"/>
            <p:cNvSpPr/>
            <p:nvPr userDrawn="1">
              <p:custDataLst>
                <p:tags r:id="rId7"/>
              </p:custDataLst>
            </p:nvPr>
          </p:nvSpPr>
          <p:spPr>
            <a:xfrm rot="5400000">
              <a:off x="346791" y="-80276"/>
              <a:ext cx="438277" cy="543287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3" y="332426"/>
            <a:ext cx="8139178" cy="331473"/>
          </a:xfrm>
        </p:spPr>
        <p:txBody>
          <a:bodyPr vert="horz" lIns="76200" tIns="28575" rIns="57150" bIns="28575" rtlCol="0" anchor="t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502447" y="714383"/>
            <a:ext cx="3962432" cy="4041680"/>
          </a:xfrm>
        </p:spPr>
        <p:txBody>
          <a:bodyPr vert="horz" lIns="76200" tIns="0" rIns="61913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4679158" y="714383"/>
            <a:ext cx="3962432" cy="4041680"/>
          </a:xfrm>
        </p:spPr>
        <p:txBody>
          <a:bodyPr>
            <a:noAutofit/>
          </a:bodyPr>
          <a:lstStyle>
            <a:lvl1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220714" y="-20828"/>
            <a:ext cx="8816564" cy="4958318"/>
            <a:chOff x="294286" y="-27771"/>
            <a:chExt cx="11755418" cy="6611091"/>
          </a:xfrm>
        </p:grpSpPr>
        <p:grpSp>
          <p:nvGrpSpPr>
            <p:cNvPr id="11" name="组合 10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11598965" y="6433146"/>
              <a:ext cx="450739" cy="150174"/>
              <a:chOff x="0" y="3623101"/>
              <a:chExt cx="1405715" cy="468548"/>
            </a:xfrm>
          </p:grpSpPr>
          <p:sp>
            <p:nvSpPr>
              <p:cNvPr id="13" name="菱形 12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0" y="3633950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菱形 13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474008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菱形 14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948016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五边形 4"/>
            <p:cNvSpPr/>
            <p:nvPr userDrawn="1">
              <p:custDataLst>
                <p:tags r:id="rId7"/>
              </p:custDataLst>
            </p:nvPr>
          </p:nvSpPr>
          <p:spPr>
            <a:xfrm rot="5400000">
              <a:off x="346791" y="-80276"/>
              <a:ext cx="438277" cy="543287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3" y="332426"/>
            <a:ext cx="8139178" cy="331473"/>
          </a:xfrm>
        </p:spPr>
        <p:txBody>
          <a:bodyPr vert="horz" lIns="76200" tIns="28575" rIns="57150" bIns="28575" rtlCol="0" anchor="t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502447" y="714383"/>
            <a:ext cx="3962432" cy="285752"/>
          </a:xfrm>
        </p:spPr>
        <p:txBody>
          <a:bodyPr lIns="76200" tIns="28575" rIns="57150" bIns="28575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502444" y="1054894"/>
            <a:ext cx="3962400" cy="3701064"/>
          </a:xfrm>
        </p:spPr>
        <p:txBody>
          <a:bodyPr vert="horz" lIns="76200" tIns="0" rIns="61913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4676812" y="714383"/>
            <a:ext cx="3962432" cy="285752"/>
          </a:xfrm>
        </p:spPr>
        <p:txBody>
          <a:bodyPr vert="horz" lIns="76200" tIns="28575" rIns="57150" bIns="28575" rtlCol="0" anchor="t" anchorCtr="0">
            <a:noAutofit/>
          </a:bodyPr>
          <a:lstStyle>
            <a:lvl1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4676812" y="1054894"/>
            <a:ext cx="3962432" cy="3701064"/>
          </a:xfrm>
        </p:spPr>
        <p:txBody>
          <a:bodyPr vert="horz" lIns="76200" tIns="0" rIns="61913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2"/>
            </p:custDataLst>
          </p:nvPr>
        </p:nvGrpSpPr>
        <p:grpSpPr>
          <a:xfrm>
            <a:off x="-239" y="477"/>
            <a:ext cx="9144000" cy="5143024"/>
            <a:chOff x="-318" y="635"/>
            <a:chExt cx="12192000" cy="6857365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-318" y="635"/>
              <a:ext cx="12192000" cy="6857365"/>
              <a:chOff x="-318" y="635"/>
              <a:chExt cx="12192000" cy="6857365"/>
            </a:xfrm>
          </p:grpSpPr>
          <p:grpSp>
            <p:nvGrpSpPr>
              <p:cNvPr id="8" name="组合 7"/>
              <p:cNvGrpSpPr/>
              <p:nvPr userDrawn="1">
                <p:custDataLst>
                  <p:tags r:id="rId3"/>
                </p:custDataLst>
              </p:nvPr>
            </p:nvGrpSpPr>
            <p:grpSpPr>
              <a:xfrm>
                <a:off x="-318" y="635"/>
                <a:ext cx="12192000" cy="6857365"/>
                <a:chOff x="0" y="0"/>
                <a:chExt cx="19200" cy="10799"/>
              </a:xfrm>
            </p:grpSpPr>
            <p:sp>
              <p:nvSpPr>
                <p:cNvPr id="9" name="矩形 8"/>
                <p:cNvSpPr/>
                <p:nvPr userDrawn="1">
                  <p:custDataLst>
                    <p:tags r:id="rId4"/>
                  </p:custDataLst>
                </p:nvPr>
              </p:nvSpPr>
              <p:spPr>
                <a:xfrm>
                  <a:off x="0" y="0"/>
                  <a:ext cx="19200" cy="43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3429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" name="矩形 9"/>
                <p:cNvSpPr/>
                <p:nvPr userDrawn="1">
                  <p:custDataLst>
                    <p:tags r:id="rId5"/>
                  </p:custDataLst>
                </p:nvPr>
              </p:nvSpPr>
              <p:spPr>
                <a:xfrm>
                  <a:off x="0" y="9720"/>
                  <a:ext cx="19200" cy="107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3429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" name="菱形 10"/>
                <p:cNvSpPr/>
                <p:nvPr userDrawn="1">
                  <p:custDataLst>
                    <p:tags r:id="rId6"/>
                  </p:custDataLst>
                </p:nvPr>
              </p:nvSpPr>
              <p:spPr>
                <a:xfrm flipH="1">
                  <a:off x="420" y="399"/>
                  <a:ext cx="474" cy="441"/>
                </a:xfrm>
                <a:prstGeom prst="diamond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3429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12" name="组合 11"/>
                <p:cNvGrpSpPr/>
                <p:nvPr userDrawn="1">
                  <p:custDataLst>
                    <p:tags r:id="rId7"/>
                  </p:custDataLst>
                </p:nvPr>
              </p:nvGrpSpPr>
              <p:grpSpPr>
                <a:xfrm>
                  <a:off x="16448" y="9574"/>
                  <a:ext cx="2074" cy="675"/>
                  <a:chOff x="0" y="3633950"/>
                  <a:chExt cx="1405715" cy="457699"/>
                </a:xfrm>
              </p:grpSpPr>
              <p:sp>
                <p:nvSpPr>
                  <p:cNvPr id="13" name="菱形 12"/>
                  <p:cNvSpPr/>
                  <p:nvPr userDrawn="1">
                    <p:custDataLst>
                      <p:tags r:id="rId8"/>
                    </p:custDataLst>
                  </p:nvPr>
                </p:nvSpPr>
                <p:spPr>
                  <a:xfrm>
                    <a:off x="0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342900" fontAlgn="auto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</a:pPr>
                    <a:endParaRPr lang="zh-CN" altLang="en-US" sz="140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4" name="菱形 13"/>
                  <p:cNvSpPr/>
                  <p:nvPr userDrawn="1">
                    <p:custDataLst>
                      <p:tags r:id="rId9"/>
                    </p:custDataLst>
                  </p:nvPr>
                </p:nvSpPr>
                <p:spPr>
                  <a:xfrm>
                    <a:off x="474008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342900" fontAlgn="auto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</a:pPr>
                    <a:endParaRPr lang="zh-CN" altLang="en-US" sz="140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5" name="菱形 14"/>
                  <p:cNvSpPr/>
                  <p:nvPr userDrawn="1">
                    <p:custDataLst>
                      <p:tags r:id="rId10"/>
                    </p:custDataLst>
                  </p:nvPr>
                </p:nvSpPr>
                <p:spPr>
                  <a:xfrm>
                    <a:off x="948016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342900" fontAlgn="auto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</a:pPr>
                    <a:endParaRPr lang="zh-CN" altLang="en-US" sz="1400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  <p:sp>
            <p:nvSpPr>
              <p:cNvPr id="6" name="圆角矩形 7"/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193040" y="182880"/>
                <a:ext cx="11805285" cy="6491605"/>
              </a:xfrm>
              <a:prstGeom prst="roundRect">
                <a:avLst>
                  <a:gd name="adj" fmla="val 172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五边形 6"/>
            <p:cNvSpPr/>
            <p:nvPr userDrawn="1">
              <p:custDataLst>
                <p:tags r:id="rId12"/>
              </p:custDataLst>
            </p:nvPr>
          </p:nvSpPr>
          <p:spPr>
            <a:xfrm rot="16200000" flipV="1">
              <a:off x="5792470" y="5668645"/>
              <a:ext cx="607060" cy="1645920"/>
            </a:xfrm>
            <a:prstGeom prst="homePlate">
              <a:avLst>
                <a:gd name="adj" fmla="val 80230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76200" tIns="28575" rIns="57150" bIns="28575" rtlCol="0" anchor="t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>
            <a:off x="76200" y="95178"/>
            <a:ext cx="2057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微 处 理 器 原 理</a:t>
            </a:r>
            <a:endParaRPr lang="zh-CN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7696200" y="92412"/>
            <a:ext cx="14478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内江师范学院</a:t>
            </a:r>
            <a:endParaRPr lang="zh-CN" altLang="en-US" sz="1400" i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220714" y="-20828"/>
            <a:ext cx="8816564" cy="4958318"/>
            <a:chOff x="294286" y="-27771"/>
            <a:chExt cx="11755418" cy="6611091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11598965" y="6433146"/>
              <a:ext cx="450739" cy="150174"/>
              <a:chOff x="0" y="3623101"/>
              <a:chExt cx="1405715" cy="468548"/>
            </a:xfrm>
          </p:grpSpPr>
          <p:sp>
            <p:nvSpPr>
              <p:cNvPr id="11" name="菱形 10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0" y="3633950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菱形 11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474008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菱形 12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948016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五边形 4"/>
            <p:cNvSpPr/>
            <p:nvPr userDrawn="1">
              <p:custDataLst>
                <p:tags r:id="rId7"/>
              </p:custDataLst>
            </p:nvPr>
          </p:nvSpPr>
          <p:spPr>
            <a:xfrm rot="5400000">
              <a:off x="346791" y="-80276"/>
              <a:ext cx="438277" cy="543287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49" y="332426"/>
            <a:ext cx="8139178" cy="331473"/>
          </a:xfrm>
        </p:spPr>
        <p:txBody>
          <a:bodyPr vert="horz" lIns="76200" tIns="28575" rIns="57150" bIns="28575" rtlCol="0" anchor="t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502447" y="714383"/>
            <a:ext cx="3962432" cy="4041680"/>
          </a:xfrm>
        </p:spPr>
        <p:txBody>
          <a:bodyPr vert="horz" lIns="76200" tIns="0" rIns="61913" bIns="0" rtlCol="0">
            <a:noAutofit/>
          </a:bodyPr>
          <a:lstStyle>
            <a:lvl1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13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4679194" y="714383"/>
            <a:ext cx="3962432" cy="4041680"/>
          </a:xfrm>
        </p:spPr>
        <p:txBody>
          <a:bodyPr vert="horz" lIns="76200" tIns="0" rIns="61913" bIns="0" rtlCol="0">
            <a:norm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92882" y="213273"/>
            <a:ext cx="8881668" cy="4834598"/>
            <a:chOff x="257176" y="284361"/>
            <a:chExt cx="11842224" cy="6446131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57176" y="285907"/>
              <a:ext cx="11677650" cy="6295867"/>
            </a:xfrm>
            <a:prstGeom prst="rect">
              <a:avLst/>
            </a:prstGeom>
            <a:solidFill>
              <a:schemeClr val="bg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en-US" altLang="zh-CN" dirty="0">
                <a:solidFill>
                  <a:prstClr val="white"/>
                </a:solidFill>
                <a:sym typeface="+mn-ea"/>
              </a:endParaRPr>
            </a:p>
          </p:txBody>
        </p:sp>
        <p:grpSp>
          <p:nvGrpSpPr>
            <p:cNvPr id="9" name="组合 8"/>
            <p:cNvGrpSpPr/>
            <p:nvPr userDrawn="1">
              <p:custDataLst>
                <p:tags r:id="rId4"/>
              </p:custDataLst>
            </p:nvPr>
          </p:nvGrpSpPr>
          <p:grpSpPr>
            <a:xfrm>
              <a:off x="11148545" y="6413693"/>
              <a:ext cx="950855" cy="316799"/>
              <a:chOff x="0" y="3623101"/>
              <a:chExt cx="1405715" cy="468548"/>
            </a:xfrm>
          </p:grpSpPr>
          <p:sp>
            <p:nvSpPr>
              <p:cNvPr id="11" name="菱形 10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0" y="3633950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菱形 11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474008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菱形 12"/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948016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五边形 4"/>
            <p:cNvSpPr/>
            <p:nvPr userDrawn="1">
              <p:custDataLst>
                <p:tags r:id="rId8"/>
              </p:custDataLst>
            </p:nvPr>
          </p:nvSpPr>
          <p:spPr>
            <a:xfrm rot="5400000">
              <a:off x="660603" y="231856"/>
              <a:ext cx="438277" cy="543287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9"/>
            </p:custDataLst>
          </p:nvPr>
        </p:nvSpPr>
        <p:spPr>
          <a:xfrm>
            <a:off x="7928351" y="714383"/>
            <a:ext cx="713238" cy="4041680"/>
          </a:xfrm>
        </p:spPr>
        <p:txBody>
          <a:bodyPr vert="eaVert" lIns="76200" tIns="28575" rIns="57150" bIns="28575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0"/>
            </p:custDataLst>
          </p:nvPr>
        </p:nvSpPr>
        <p:spPr>
          <a:xfrm>
            <a:off x="502445" y="714377"/>
            <a:ext cx="7371076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92882" y="213273"/>
            <a:ext cx="8881668" cy="4834598"/>
            <a:chOff x="257176" y="284361"/>
            <a:chExt cx="11842224" cy="6446131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57176" y="285907"/>
              <a:ext cx="11677650" cy="6295867"/>
            </a:xfrm>
            <a:prstGeom prst="rect">
              <a:avLst/>
            </a:prstGeom>
            <a:solidFill>
              <a:schemeClr val="bg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en-US" altLang="zh-CN" dirty="0">
                <a:solidFill>
                  <a:prstClr val="white"/>
                </a:solidFill>
                <a:sym typeface="+mn-ea"/>
              </a:endParaRPr>
            </a:p>
          </p:txBody>
        </p:sp>
        <p:grpSp>
          <p:nvGrpSpPr>
            <p:cNvPr id="9" name="组合 8"/>
            <p:cNvGrpSpPr/>
            <p:nvPr userDrawn="1">
              <p:custDataLst>
                <p:tags r:id="rId4"/>
              </p:custDataLst>
            </p:nvPr>
          </p:nvGrpSpPr>
          <p:grpSpPr>
            <a:xfrm>
              <a:off x="11148545" y="6413693"/>
              <a:ext cx="950855" cy="316799"/>
              <a:chOff x="0" y="3623101"/>
              <a:chExt cx="1405715" cy="468548"/>
            </a:xfrm>
          </p:grpSpPr>
          <p:sp>
            <p:nvSpPr>
              <p:cNvPr id="11" name="菱形 10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0" y="3633950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菱形 11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474008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菱形 12"/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948016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五边形 4"/>
            <p:cNvSpPr/>
            <p:nvPr userDrawn="1">
              <p:custDataLst>
                <p:tags r:id="rId8"/>
              </p:custDataLst>
            </p:nvPr>
          </p:nvSpPr>
          <p:spPr>
            <a:xfrm rot="5400000">
              <a:off x="660603" y="231856"/>
              <a:ext cx="438277" cy="543287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2"/>
            </p:custDataLst>
          </p:nvPr>
        </p:nvSpPr>
        <p:spPr>
          <a:xfrm>
            <a:off x="502449" y="714383"/>
            <a:ext cx="8139178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2"/>
            </p:custDataLst>
          </p:nvPr>
        </p:nvGrpSpPr>
        <p:grpSpPr>
          <a:xfrm>
            <a:off x="-239" y="-715"/>
            <a:ext cx="9144000" cy="5144215"/>
            <a:chOff x="-318" y="-953"/>
            <a:chExt cx="12192000" cy="6858953"/>
          </a:xfrm>
        </p:grpSpPr>
        <p:grpSp>
          <p:nvGrpSpPr>
            <p:cNvPr id="22" name="组合 21"/>
            <p:cNvGrpSpPr/>
            <p:nvPr userDrawn="1"/>
          </p:nvGrpSpPr>
          <p:grpSpPr>
            <a:xfrm>
              <a:off x="-318" y="635"/>
              <a:ext cx="12192000" cy="6857365"/>
              <a:chOff x="-318" y="635"/>
              <a:chExt cx="12192000" cy="6857365"/>
            </a:xfrm>
          </p:grpSpPr>
          <p:grpSp>
            <p:nvGrpSpPr>
              <p:cNvPr id="25" name="组合 24"/>
              <p:cNvGrpSpPr/>
              <p:nvPr userDrawn="1">
                <p:custDataLst>
                  <p:tags r:id="rId3"/>
                </p:custDataLst>
              </p:nvPr>
            </p:nvGrpSpPr>
            <p:grpSpPr>
              <a:xfrm>
                <a:off x="-318" y="635"/>
                <a:ext cx="12192000" cy="6857365"/>
                <a:chOff x="0" y="0"/>
                <a:chExt cx="19200" cy="10799"/>
              </a:xfrm>
            </p:grpSpPr>
            <p:sp>
              <p:nvSpPr>
                <p:cNvPr id="27" name="矩形 26"/>
                <p:cNvSpPr/>
                <p:nvPr userDrawn="1">
                  <p:custDataLst>
                    <p:tags r:id="rId4"/>
                  </p:custDataLst>
                </p:nvPr>
              </p:nvSpPr>
              <p:spPr>
                <a:xfrm>
                  <a:off x="0" y="0"/>
                  <a:ext cx="19200" cy="43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3429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" name="矩形 27"/>
                <p:cNvSpPr/>
                <p:nvPr userDrawn="1">
                  <p:custDataLst>
                    <p:tags r:id="rId5"/>
                  </p:custDataLst>
                </p:nvPr>
              </p:nvSpPr>
              <p:spPr>
                <a:xfrm>
                  <a:off x="0" y="9720"/>
                  <a:ext cx="19200" cy="107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3429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" name="菱形 28"/>
                <p:cNvSpPr/>
                <p:nvPr userDrawn="1">
                  <p:custDataLst>
                    <p:tags r:id="rId6"/>
                  </p:custDataLst>
                </p:nvPr>
              </p:nvSpPr>
              <p:spPr>
                <a:xfrm flipH="1">
                  <a:off x="420" y="399"/>
                  <a:ext cx="474" cy="441"/>
                </a:xfrm>
                <a:prstGeom prst="diamond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3429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</a:pPr>
                  <a:endParaRPr lang="zh-CN" altLang="en-US" sz="1400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30" name="组合 29"/>
                <p:cNvGrpSpPr/>
                <p:nvPr userDrawn="1">
                  <p:custDataLst>
                    <p:tags r:id="rId7"/>
                  </p:custDataLst>
                </p:nvPr>
              </p:nvGrpSpPr>
              <p:grpSpPr>
                <a:xfrm>
                  <a:off x="16448" y="9574"/>
                  <a:ext cx="2074" cy="675"/>
                  <a:chOff x="0" y="3633950"/>
                  <a:chExt cx="1405715" cy="457699"/>
                </a:xfrm>
              </p:grpSpPr>
              <p:sp>
                <p:nvSpPr>
                  <p:cNvPr id="31" name="菱形 30"/>
                  <p:cNvSpPr/>
                  <p:nvPr userDrawn="1">
                    <p:custDataLst>
                      <p:tags r:id="rId8"/>
                    </p:custDataLst>
                  </p:nvPr>
                </p:nvSpPr>
                <p:spPr>
                  <a:xfrm>
                    <a:off x="0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342900" fontAlgn="auto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</a:pPr>
                    <a:endParaRPr lang="zh-CN" altLang="en-US" sz="140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2" name="菱形 31"/>
                  <p:cNvSpPr/>
                  <p:nvPr userDrawn="1">
                    <p:custDataLst>
                      <p:tags r:id="rId9"/>
                    </p:custDataLst>
                  </p:nvPr>
                </p:nvSpPr>
                <p:spPr>
                  <a:xfrm>
                    <a:off x="474008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342900" fontAlgn="auto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</a:pPr>
                    <a:endParaRPr lang="zh-CN" altLang="en-US" sz="140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3" name="菱形 32"/>
                  <p:cNvSpPr/>
                  <p:nvPr userDrawn="1">
                    <p:custDataLst>
                      <p:tags r:id="rId10"/>
                    </p:custDataLst>
                  </p:nvPr>
                </p:nvSpPr>
                <p:spPr>
                  <a:xfrm>
                    <a:off x="948016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342900" fontAlgn="auto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</a:pPr>
                    <a:endParaRPr lang="zh-CN" altLang="en-US" sz="1400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  <p:sp>
            <p:nvSpPr>
              <p:cNvPr id="26" name="圆角矩形 7"/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193040" y="182880"/>
                <a:ext cx="11805285" cy="6491605"/>
              </a:xfrm>
              <a:prstGeom prst="roundRect">
                <a:avLst>
                  <a:gd name="adj" fmla="val 172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3429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</a:pPr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五边形 4"/>
            <p:cNvSpPr/>
            <p:nvPr userDrawn="1">
              <p:custDataLst>
                <p:tags r:id="rId12"/>
              </p:custDataLst>
            </p:nvPr>
          </p:nvSpPr>
          <p:spPr>
            <a:xfrm rot="5400000">
              <a:off x="5432425" y="-160020"/>
              <a:ext cx="1327785" cy="1645920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 dirty="0">
                <a:solidFill>
                  <a:prstClr val="white"/>
                </a:solidFill>
              </a:endParaRPr>
            </a:p>
          </p:txBody>
        </p:sp>
        <p:sp>
          <p:nvSpPr>
            <p:cNvPr id="24" name="五边形 6"/>
            <p:cNvSpPr/>
            <p:nvPr userDrawn="1">
              <p:custDataLst>
                <p:tags r:id="rId13"/>
              </p:custDataLst>
            </p:nvPr>
          </p:nvSpPr>
          <p:spPr>
            <a:xfrm rot="16200000" flipV="1">
              <a:off x="5792470" y="5658485"/>
              <a:ext cx="607060" cy="1645920"/>
            </a:xfrm>
            <a:prstGeom prst="homePlate">
              <a:avLst>
                <a:gd name="adj" fmla="val 80230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1944769" y="1500188"/>
            <a:ext cx="5254466" cy="1118496"/>
          </a:xfrm>
        </p:spPr>
        <p:txBody>
          <a:bodyPr vert="horz" lIns="67500" tIns="35100" rIns="67500" bIns="0" rtlCol="0" anchor="b" anchorCtr="0">
            <a:norm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4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3734865" y="3059923"/>
            <a:ext cx="1674270" cy="360937"/>
          </a:xfrm>
        </p:spPr>
        <p:txBody>
          <a:bodyPr lIns="67500" tIns="0" rIns="67500" bIns="35100" anchor="ctr" anchorCtr="0">
            <a:normAutofit/>
          </a:bodyPr>
          <a:lstStyle>
            <a:lvl1pPr marL="0" indent="0" algn="ctr">
              <a:buNone/>
              <a:defRPr sz="1500" baseline="0">
                <a:latin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  <p:custDataLst>
              <p:tags r:id="rId19"/>
            </p:custDataLst>
          </p:nvPr>
        </p:nvSpPr>
        <p:spPr>
          <a:xfrm>
            <a:off x="1944768" y="2654658"/>
            <a:ext cx="5254466" cy="360937"/>
          </a:xfrm>
        </p:spPr>
        <p:txBody>
          <a:bodyPr lIns="67500" tIns="0" rIns="67500" bIns="35100" anchor="t" anchorCtr="0">
            <a:normAutofit/>
          </a:bodyPr>
          <a:lstStyle>
            <a:lvl1pPr marL="0" indent="0" algn="ctr">
              <a:buNone/>
              <a:defRPr sz="1800" baseline="0">
                <a:latin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2"/>
            </p:custDataLst>
          </p:nvPr>
        </p:nvGrpSpPr>
        <p:grpSpPr>
          <a:xfrm>
            <a:off x="8699182" y="4824889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3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4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5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6"/>
            </p:custDataLst>
          </p:nvPr>
        </p:nvSpPr>
        <p:spPr>
          <a:xfrm rot="5400000">
            <a:off x="260032" y="-60008"/>
            <a:ext cx="328613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zh-CN" altLang="en-US" sz="1400" dirty="0">
              <a:solidFill>
                <a:prstClr val="white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>
            <p:custDataLst>
              <p:tags r:id="rId2"/>
            </p:custDataLst>
          </p:nvPr>
        </p:nvSpPr>
        <p:spPr>
          <a:xfrm>
            <a:off x="192882" y="214314"/>
            <a:ext cx="8758238" cy="4722019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en-US" altLang="zh-CN" dirty="0">
              <a:solidFill>
                <a:prstClr val="white"/>
              </a:solidFill>
              <a:sym typeface="+mn-ea"/>
            </a:endParaRPr>
          </a:p>
        </p:txBody>
      </p:sp>
      <p:grpSp>
        <p:nvGrpSpPr>
          <p:cNvPr id="25" name="组合 24"/>
          <p:cNvGrpSpPr/>
          <p:nvPr userDrawn="1">
            <p:custDataLst>
              <p:tags r:id="rId3"/>
            </p:custDataLst>
          </p:nvPr>
        </p:nvGrpSpPr>
        <p:grpSpPr>
          <a:xfrm>
            <a:off x="8361523" y="4810127"/>
            <a:ext cx="712946" cy="237649"/>
            <a:chOff x="0" y="3623101"/>
            <a:chExt cx="1405715" cy="468548"/>
          </a:xfrm>
        </p:grpSpPr>
        <p:sp>
          <p:nvSpPr>
            <p:cNvPr id="27" name="菱形 26"/>
            <p:cNvSpPr/>
            <p:nvPr userDrawn="1">
              <p:custDataLst>
                <p:tags r:id="rId4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28" name="菱形 27"/>
            <p:cNvSpPr/>
            <p:nvPr userDrawn="1">
              <p:custDataLst>
                <p:tags r:id="rId5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29" name="菱形 28"/>
            <p:cNvSpPr/>
            <p:nvPr userDrawn="1">
              <p:custDataLst>
                <p:tags r:id="rId6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</p:grpSp>
      <p:sp>
        <p:nvSpPr>
          <p:cNvPr id="26" name="五边形 4"/>
          <p:cNvSpPr/>
          <p:nvPr userDrawn="1">
            <p:custDataLst>
              <p:tags r:id="rId7"/>
            </p:custDataLst>
          </p:nvPr>
        </p:nvSpPr>
        <p:spPr>
          <a:xfrm rot="5400000">
            <a:off x="495300" y="173831"/>
            <a:ext cx="328613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zh-CN" altLang="en-US" sz="1400" dirty="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8"/>
            </p:custDataLst>
          </p:nvPr>
        </p:nvSpPr>
        <p:spPr>
          <a:xfrm>
            <a:off x="961200" y="936900"/>
            <a:ext cx="7219800" cy="542700"/>
          </a:xfrm>
        </p:spPr>
        <p:txBody>
          <a:bodyPr lIns="67500" tIns="35100" rIns="67500" bIns="35100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9"/>
            </p:custDataLst>
          </p:nvPr>
        </p:nvSpPr>
        <p:spPr>
          <a:xfrm>
            <a:off x="960835" y="1622700"/>
            <a:ext cx="7219950" cy="2583900"/>
          </a:xfrm>
        </p:spPr>
        <p:txBody>
          <a:bodyPr lIns="67500" tIns="35100" rIns="67500" bIns="351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3617595" cy="51435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>
            <a:noAutofit/>
          </a:bodyPr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en-US" altLang="zh-CN" sz="1400" dirty="0">
              <a:solidFill>
                <a:prstClr val="black">
                  <a:lumMod val="85000"/>
                  <a:lumOff val="15000"/>
                </a:prstClr>
              </a:solidFill>
              <a:sym typeface="+mn-ea"/>
            </a:endParaRPr>
          </a:p>
        </p:txBody>
      </p:sp>
      <p:grpSp>
        <p:nvGrpSpPr>
          <p:cNvPr id="16" name="组合 15"/>
          <p:cNvGrpSpPr/>
          <p:nvPr userDrawn="1">
            <p:custDataLst>
              <p:tags r:id="rId3"/>
            </p:custDataLst>
          </p:nvPr>
        </p:nvGrpSpPr>
        <p:grpSpPr>
          <a:xfrm>
            <a:off x="8699182" y="4824889"/>
            <a:ext cx="338138" cy="112395"/>
            <a:chOff x="0" y="3623101"/>
            <a:chExt cx="1405715" cy="468548"/>
          </a:xfrm>
        </p:grpSpPr>
        <p:sp>
          <p:nvSpPr>
            <p:cNvPr id="18" name="菱形 17"/>
            <p:cNvSpPr/>
            <p:nvPr userDrawn="1">
              <p:custDataLst>
                <p:tags r:id="rId4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19" name="菱形 18"/>
            <p:cNvSpPr/>
            <p:nvPr userDrawn="1">
              <p:custDataLst>
                <p:tags r:id="rId5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22" name="菱形 21"/>
            <p:cNvSpPr/>
            <p:nvPr userDrawn="1">
              <p:custDataLst>
                <p:tags r:id="rId6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</p:grpSp>
      <p:sp>
        <p:nvSpPr>
          <p:cNvPr id="17" name="五边形 4"/>
          <p:cNvSpPr/>
          <p:nvPr userDrawn="1">
            <p:custDataLst>
              <p:tags r:id="rId7"/>
            </p:custDataLst>
          </p:nvPr>
        </p:nvSpPr>
        <p:spPr>
          <a:xfrm rot="5400000">
            <a:off x="260032" y="-60008"/>
            <a:ext cx="328613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zh-CN" altLang="en-US" sz="1400" dirty="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8"/>
            </p:custDataLst>
          </p:nvPr>
        </p:nvSpPr>
        <p:spPr>
          <a:xfrm>
            <a:off x="437400" y="472440"/>
            <a:ext cx="2970000" cy="766860"/>
          </a:xfrm>
        </p:spPr>
        <p:txBody>
          <a:bodyPr lIns="67500" tIns="35100" rIns="67500" bIns="35100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2"/>
            </p:custDataLst>
          </p:nvPr>
        </p:nvSpPr>
        <p:spPr>
          <a:xfrm>
            <a:off x="440100" y="1323000"/>
            <a:ext cx="2967300" cy="3069900"/>
          </a:xfrm>
        </p:spPr>
        <p:txBody>
          <a:bodyPr lIns="67500" tIns="35100" rIns="67500" bIns="351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3"/>
            </p:custDataLst>
          </p:nvPr>
        </p:nvSpPr>
        <p:spPr>
          <a:xfrm>
            <a:off x="3825900" y="577455"/>
            <a:ext cx="4860000" cy="3815953"/>
          </a:xfrm>
        </p:spPr>
        <p:txBody>
          <a:bodyPr lIns="67500" tIns="35100" rIns="67500" bIns="351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199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>
            <a:noAutofit/>
          </a:bodyPr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en-US" altLang="zh-CN" sz="1400">
              <a:solidFill>
                <a:prstClr val="black">
                  <a:lumMod val="85000"/>
                  <a:lumOff val="15000"/>
                </a:prstClr>
              </a:solidFill>
              <a:sym typeface="+mn-ea"/>
            </a:endParaRPr>
          </a:p>
        </p:txBody>
      </p:sp>
      <p:grpSp>
        <p:nvGrpSpPr>
          <p:cNvPr id="23" name="组合 22"/>
          <p:cNvGrpSpPr/>
          <p:nvPr userDrawn="1">
            <p:custDataLst>
              <p:tags r:id="rId3"/>
            </p:custDataLst>
          </p:nvPr>
        </p:nvGrpSpPr>
        <p:grpSpPr>
          <a:xfrm>
            <a:off x="8699182" y="4824889"/>
            <a:ext cx="338138" cy="112395"/>
            <a:chOff x="0" y="3623101"/>
            <a:chExt cx="1405715" cy="468548"/>
          </a:xfrm>
        </p:grpSpPr>
        <p:sp>
          <p:nvSpPr>
            <p:cNvPr id="25" name="菱形 24"/>
            <p:cNvSpPr/>
            <p:nvPr userDrawn="1">
              <p:custDataLst>
                <p:tags r:id="rId4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26" name="菱形 25"/>
            <p:cNvSpPr/>
            <p:nvPr userDrawn="1">
              <p:custDataLst>
                <p:tags r:id="rId5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27" name="菱形 26"/>
            <p:cNvSpPr/>
            <p:nvPr userDrawn="1">
              <p:custDataLst>
                <p:tags r:id="rId6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</p:grpSp>
      <p:sp>
        <p:nvSpPr>
          <p:cNvPr id="24" name="五边形 4"/>
          <p:cNvSpPr/>
          <p:nvPr userDrawn="1">
            <p:custDataLst>
              <p:tags r:id="rId7"/>
            </p:custDataLst>
          </p:nvPr>
        </p:nvSpPr>
        <p:spPr>
          <a:xfrm rot="5400000">
            <a:off x="260032" y="-60008"/>
            <a:ext cx="328613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zh-CN" altLang="en-US" sz="1400" dirty="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59000" y="517063"/>
            <a:ext cx="8232300" cy="538637"/>
          </a:xfrm>
        </p:spPr>
        <p:txBody>
          <a:bodyPr lIns="67500" tIns="35100" rIns="67500" bIns="35100" anchor="ctr">
            <a:normAutofit/>
          </a:bodyPr>
          <a:lstStyle>
            <a:lvl1pPr algn="ctr"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459000" y="1244700"/>
            <a:ext cx="8231981" cy="621000"/>
          </a:xfrm>
        </p:spPr>
        <p:txBody>
          <a:bodyPr lIns="67500" tIns="35100" rIns="67500" bIns="35100"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459581" y="2106000"/>
            <a:ext cx="8224200" cy="2573100"/>
          </a:xfrm>
        </p:spPr>
        <p:txBody>
          <a:bodyPr lIns="67500" tIns="35100" rIns="67500" bIns="35100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3771903"/>
            <a:ext cx="9144000" cy="13715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>
            <a:noAutofit/>
          </a:bodyPr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en-US" altLang="zh-CN" sz="1400">
              <a:solidFill>
                <a:prstClr val="black">
                  <a:lumMod val="85000"/>
                  <a:lumOff val="15000"/>
                </a:prstClr>
              </a:solidFill>
              <a:sym typeface="+mn-ea"/>
            </a:endParaRPr>
          </a:p>
        </p:txBody>
      </p:sp>
      <p:grpSp>
        <p:nvGrpSpPr>
          <p:cNvPr id="21" name="组合 20"/>
          <p:cNvGrpSpPr/>
          <p:nvPr userDrawn="1">
            <p:custDataLst>
              <p:tags r:id="rId3"/>
            </p:custDataLst>
          </p:nvPr>
        </p:nvGrpSpPr>
        <p:grpSpPr>
          <a:xfrm>
            <a:off x="8699182" y="4824889"/>
            <a:ext cx="338138" cy="112395"/>
            <a:chOff x="0" y="3623101"/>
            <a:chExt cx="1405715" cy="468548"/>
          </a:xfrm>
        </p:grpSpPr>
        <p:sp>
          <p:nvSpPr>
            <p:cNvPr id="25" name="菱形 24"/>
            <p:cNvSpPr/>
            <p:nvPr userDrawn="1">
              <p:custDataLst>
                <p:tags r:id="rId4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26" name="菱形 25"/>
            <p:cNvSpPr/>
            <p:nvPr userDrawn="1">
              <p:custDataLst>
                <p:tags r:id="rId5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27" name="菱形 26"/>
            <p:cNvSpPr/>
            <p:nvPr userDrawn="1">
              <p:custDataLst>
                <p:tags r:id="rId6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white"/>
                </a:solidFill>
              </a:endParaRPr>
            </a:p>
          </p:txBody>
        </p:sp>
      </p:grpSp>
      <p:sp>
        <p:nvSpPr>
          <p:cNvPr id="22" name="五边形 4"/>
          <p:cNvSpPr/>
          <p:nvPr userDrawn="1">
            <p:custDataLst>
              <p:tags r:id="rId7"/>
            </p:custDataLst>
          </p:nvPr>
        </p:nvSpPr>
        <p:spPr>
          <a:xfrm rot="5400000">
            <a:off x="260032" y="-60008"/>
            <a:ext cx="328613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zh-CN" altLang="en-US" sz="1400" dirty="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53600" y="434340"/>
            <a:ext cx="8232300" cy="491760"/>
          </a:xfrm>
        </p:spPr>
        <p:txBody>
          <a:bodyPr lIns="67500" tIns="35100" rIns="67500" bIns="35100" anchor="ctr">
            <a:normAutofit/>
          </a:bodyPr>
          <a:lstStyle>
            <a:lvl1pPr algn="ctr"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2"/>
            </p:custDataLst>
          </p:nvPr>
        </p:nvSpPr>
        <p:spPr>
          <a:xfrm>
            <a:off x="453628" y="1260900"/>
            <a:ext cx="8243100" cy="2408400"/>
          </a:xfrm>
        </p:spPr>
        <p:txBody>
          <a:bodyPr lIns="67500" tIns="35100" rIns="67500" bIns="35100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3"/>
            </p:custDataLst>
          </p:nvPr>
        </p:nvSpPr>
        <p:spPr>
          <a:xfrm>
            <a:off x="445500" y="3885300"/>
            <a:ext cx="8251200" cy="758700"/>
          </a:xfrm>
        </p:spPr>
        <p:txBody>
          <a:bodyPr lIns="67500" tIns="35100" rIns="67500" bIns="351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>
            <a:noAutofit/>
          </a:bodyPr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en-US" altLang="zh-CN" sz="1400">
              <a:solidFill>
                <a:prstClr val="black">
                  <a:lumMod val="85000"/>
                  <a:lumOff val="15000"/>
                </a:prstClr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4700" y="178200"/>
            <a:ext cx="8278200" cy="331473"/>
          </a:xfrm>
        </p:spPr>
        <p:txBody>
          <a:bodyPr lIns="67500" tIns="35100" rIns="67500" bIns="35100">
            <a:normAutofit/>
          </a:bodyPr>
          <a:lstStyle>
            <a:lvl1pPr marL="0" indent="0">
              <a:buFont typeface="Arial" panose="020B0604020202020204" pitchFamily="34" charset="0"/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34700" y="1247400"/>
            <a:ext cx="4006800" cy="2170800"/>
          </a:xfrm>
        </p:spPr>
        <p:txBody>
          <a:bodyPr lIns="67500" tIns="35100" rIns="67500" bIns="351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681800" y="1247400"/>
            <a:ext cx="4025700" cy="2170800"/>
          </a:xfrm>
        </p:spPr>
        <p:txBody>
          <a:bodyPr lIns="67500" tIns="35100" rIns="67500" bIns="351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29300" y="3612600"/>
            <a:ext cx="4006800" cy="585900"/>
          </a:xfrm>
        </p:spPr>
        <p:txBody>
          <a:bodyPr lIns="67500" tIns="35100" rIns="67500" bIns="351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4689900" y="3609900"/>
            <a:ext cx="4025700" cy="585900"/>
          </a:xfrm>
        </p:spPr>
        <p:txBody>
          <a:bodyPr lIns="67500" tIns="35100" rIns="67500" bIns="351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9" name="组合 18"/>
          <p:cNvGrpSpPr/>
          <p:nvPr userDrawn="1">
            <p:custDataLst>
              <p:tags r:id="rId11"/>
            </p:custDataLst>
          </p:nvPr>
        </p:nvGrpSpPr>
        <p:grpSpPr>
          <a:xfrm flipH="1">
            <a:off x="8346783" y="237862"/>
            <a:ext cx="732236" cy="230864"/>
            <a:chOff x="7177184" y="4307561"/>
            <a:chExt cx="976314" cy="307818"/>
          </a:xfrm>
        </p:grpSpPr>
        <p:sp>
          <p:nvSpPr>
            <p:cNvPr id="6" name="等腰三角形 5"/>
            <p:cNvSpPr/>
            <p:nvPr userDrawn="1">
              <p:custDataLst>
                <p:tags r:id="rId12"/>
              </p:custDataLst>
            </p:nvPr>
          </p:nvSpPr>
          <p:spPr>
            <a:xfrm rot="5400000" flipH="1">
              <a:off x="7887012" y="4348893"/>
              <a:ext cx="307818" cy="225154"/>
            </a:xfrm>
            <a:custGeom>
              <a:avLst/>
              <a:gdLst>
                <a:gd name="connsiteX0" fmla="*/ 0 w 482721"/>
                <a:gd name="connsiteY0" fmla="*/ 353086 h 353086"/>
                <a:gd name="connsiteX1" fmla="*/ 241361 w 482721"/>
                <a:gd name="connsiteY1" fmla="*/ 0 h 353086"/>
                <a:gd name="connsiteX2" fmla="*/ 482721 w 482721"/>
                <a:gd name="connsiteY2" fmla="*/ 353086 h 353086"/>
                <a:gd name="connsiteX3" fmla="*/ 0 w 482721"/>
                <a:gd name="connsiteY3" fmla="*/ 353086 h 353086"/>
                <a:gd name="connsiteX0-1" fmla="*/ 0 w 482721"/>
                <a:gd name="connsiteY0-2" fmla="*/ 353086 h 353086"/>
                <a:gd name="connsiteX1-3" fmla="*/ 241361 w 482721"/>
                <a:gd name="connsiteY1-4" fmla="*/ 0 h 353086"/>
                <a:gd name="connsiteX2-5" fmla="*/ 482721 w 482721"/>
                <a:gd name="connsiteY2-6" fmla="*/ 353086 h 353086"/>
                <a:gd name="connsiteX3-7" fmla="*/ 235390 w 482721"/>
                <a:gd name="connsiteY3-8" fmla="*/ 353086 h 353086"/>
                <a:gd name="connsiteX4" fmla="*/ 0 w 482721"/>
                <a:gd name="connsiteY4" fmla="*/ 353086 h 353086"/>
                <a:gd name="connsiteX0-9" fmla="*/ 0 w 482721"/>
                <a:gd name="connsiteY0-10" fmla="*/ 353086 h 353086"/>
                <a:gd name="connsiteX1-11" fmla="*/ 241361 w 482721"/>
                <a:gd name="connsiteY1-12" fmla="*/ 0 h 353086"/>
                <a:gd name="connsiteX2-13" fmla="*/ 482721 w 482721"/>
                <a:gd name="connsiteY2-14" fmla="*/ 353086 h 353086"/>
                <a:gd name="connsiteX3-15" fmla="*/ 217283 w 482721"/>
                <a:gd name="connsiteY3-16" fmla="*/ 226338 h 353086"/>
                <a:gd name="connsiteX4-17" fmla="*/ 0 w 482721"/>
                <a:gd name="connsiteY4-18" fmla="*/ 353086 h 353086"/>
                <a:gd name="connsiteX0-19" fmla="*/ 0 w 482721"/>
                <a:gd name="connsiteY0-20" fmla="*/ 353086 h 353086"/>
                <a:gd name="connsiteX1-21" fmla="*/ 241361 w 482721"/>
                <a:gd name="connsiteY1-22" fmla="*/ 0 h 353086"/>
                <a:gd name="connsiteX2-23" fmla="*/ 482721 w 482721"/>
                <a:gd name="connsiteY2-24" fmla="*/ 353086 h 353086"/>
                <a:gd name="connsiteX3-25" fmla="*/ 244443 w 482721"/>
                <a:gd name="connsiteY3-26" fmla="*/ 226338 h 353086"/>
                <a:gd name="connsiteX4-27" fmla="*/ 0 w 482721"/>
                <a:gd name="connsiteY4-28" fmla="*/ 353086 h 3530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482721" h="353086">
                  <a:moveTo>
                    <a:pt x="0" y="353086"/>
                  </a:moveTo>
                  <a:lnTo>
                    <a:pt x="241361" y="0"/>
                  </a:lnTo>
                  <a:lnTo>
                    <a:pt x="482721" y="353086"/>
                  </a:lnTo>
                  <a:lnTo>
                    <a:pt x="244443" y="226338"/>
                  </a:lnTo>
                  <a:lnTo>
                    <a:pt x="0" y="35308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2" name="等腰三角形 5"/>
            <p:cNvSpPr/>
            <p:nvPr userDrawn="1">
              <p:custDataLst>
                <p:tags r:id="rId13"/>
              </p:custDataLst>
            </p:nvPr>
          </p:nvSpPr>
          <p:spPr>
            <a:xfrm rot="5400000" flipH="1">
              <a:off x="7511432" y="4348893"/>
              <a:ext cx="307818" cy="225154"/>
            </a:xfrm>
            <a:custGeom>
              <a:avLst/>
              <a:gdLst>
                <a:gd name="connsiteX0" fmla="*/ 0 w 482721"/>
                <a:gd name="connsiteY0" fmla="*/ 353086 h 353086"/>
                <a:gd name="connsiteX1" fmla="*/ 241361 w 482721"/>
                <a:gd name="connsiteY1" fmla="*/ 0 h 353086"/>
                <a:gd name="connsiteX2" fmla="*/ 482721 w 482721"/>
                <a:gd name="connsiteY2" fmla="*/ 353086 h 353086"/>
                <a:gd name="connsiteX3" fmla="*/ 0 w 482721"/>
                <a:gd name="connsiteY3" fmla="*/ 353086 h 353086"/>
                <a:gd name="connsiteX0-1" fmla="*/ 0 w 482721"/>
                <a:gd name="connsiteY0-2" fmla="*/ 353086 h 353086"/>
                <a:gd name="connsiteX1-3" fmla="*/ 241361 w 482721"/>
                <a:gd name="connsiteY1-4" fmla="*/ 0 h 353086"/>
                <a:gd name="connsiteX2-5" fmla="*/ 482721 w 482721"/>
                <a:gd name="connsiteY2-6" fmla="*/ 353086 h 353086"/>
                <a:gd name="connsiteX3-7" fmla="*/ 235390 w 482721"/>
                <a:gd name="connsiteY3-8" fmla="*/ 353086 h 353086"/>
                <a:gd name="connsiteX4" fmla="*/ 0 w 482721"/>
                <a:gd name="connsiteY4" fmla="*/ 353086 h 353086"/>
                <a:gd name="connsiteX0-9" fmla="*/ 0 w 482721"/>
                <a:gd name="connsiteY0-10" fmla="*/ 353086 h 353086"/>
                <a:gd name="connsiteX1-11" fmla="*/ 241361 w 482721"/>
                <a:gd name="connsiteY1-12" fmla="*/ 0 h 353086"/>
                <a:gd name="connsiteX2-13" fmla="*/ 482721 w 482721"/>
                <a:gd name="connsiteY2-14" fmla="*/ 353086 h 353086"/>
                <a:gd name="connsiteX3-15" fmla="*/ 217283 w 482721"/>
                <a:gd name="connsiteY3-16" fmla="*/ 226338 h 353086"/>
                <a:gd name="connsiteX4-17" fmla="*/ 0 w 482721"/>
                <a:gd name="connsiteY4-18" fmla="*/ 353086 h 353086"/>
                <a:gd name="connsiteX0-19" fmla="*/ 0 w 482721"/>
                <a:gd name="connsiteY0-20" fmla="*/ 353086 h 353086"/>
                <a:gd name="connsiteX1-21" fmla="*/ 241361 w 482721"/>
                <a:gd name="connsiteY1-22" fmla="*/ 0 h 353086"/>
                <a:gd name="connsiteX2-23" fmla="*/ 482721 w 482721"/>
                <a:gd name="connsiteY2-24" fmla="*/ 353086 h 353086"/>
                <a:gd name="connsiteX3-25" fmla="*/ 244443 w 482721"/>
                <a:gd name="connsiteY3-26" fmla="*/ 226338 h 353086"/>
                <a:gd name="connsiteX4-27" fmla="*/ 0 w 482721"/>
                <a:gd name="connsiteY4-28" fmla="*/ 353086 h 3530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482721" h="353086">
                  <a:moveTo>
                    <a:pt x="0" y="353086"/>
                  </a:moveTo>
                  <a:lnTo>
                    <a:pt x="241361" y="0"/>
                  </a:lnTo>
                  <a:lnTo>
                    <a:pt x="482721" y="353086"/>
                  </a:lnTo>
                  <a:lnTo>
                    <a:pt x="244443" y="226338"/>
                  </a:lnTo>
                  <a:lnTo>
                    <a:pt x="0" y="35308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等腰三角形 5"/>
            <p:cNvSpPr/>
            <p:nvPr userDrawn="1">
              <p:custDataLst>
                <p:tags r:id="rId14"/>
              </p:custDataLst>
            </p:nvPr>
          </p:nvSpPr>
          <p:spPr>
            <a:xfrm rot="5400000" flipH="1">
              <a:off x="7135852" y="4348893"/>
              <a:ext cx="307818" cy="225154"/>
            </a:xfrm>
            <a:custGeom>
              <a:avLst/>
              <a:gdLst>
                <a:gd name="connsiteX0" fmla="*/ 0 w 482721"/>
                <a:gd name="connsiteY0" fmla="*/ 353086 h 353086"/>
                <a:gd name="connsiteX1" fmla="*/ 241361 w 482721"/>
                <a:gd name="connsiteY1" fmla="*/ 0 h 353086"/>
                <a:gd name="connsiteX2" fmla="*/ 482721 w 482721"/>
                <a:gd name="connsiteY2" fmla="*/ 353086 h 353086"/>
                <a:gd name="connsiteX3" fmla="*/ 0 w 482721"/>
                <a:gd name="connsiteY3" fmla="*/ 353086 h 353086"/>
                <a:gd name="connsiteX0-1" fmla="*/ 0 w 482721"/>
                <a:gd name="connsiteY0-2" fmla="*/ 353086 h 353086"/>
                <a:gd name="connsiteX1-3" fmla="*/ 241361 w 482721"/>
                <a:gd name="connsiteY1-4" fmla="*/ 0 h 353086"/>
                <a:gd name="connsiteX2-5" fmla="*/ 482721 w 482721"/>
                <a:gd name="connsiteY2-6" fmla="*/ 353086 h 353086"/>
                <a:gd name="connsiteX3-7" fmla="*/ 235390 w 482721"/>
                <a:gd name="connsiteY3-8" fmla="*/ 353086 h 353086"/>
                <a:gd name="connsiteX4" fmla="*/ 0 w 482721"/>
                <a:gd name="connsiteY4" fmla="*/ 353086 h 353086"/>
                <a:gd name="connsiteX0-9" fmla="*/ 0 w 482721"/>
                <a:gd name="connsiteY0-10" fmla="*/ 353086 h 353086"/>
                <a:gd name="connsiteX1-11" fmla="*/ 241361 w 482721"/>
                <a:gd name="connsiteY1-12" fmla="*/ 0 h 353086"/>
                <a:gd name="connsiteX2-13" fmla="*/ 482721 w 482721"/>
                <a:gd name="connsiteY2-14" fmla="*/ 353086 h 353086"/>
                <a:gd name="connsiteX3-15" fmla="*/ 217283 w 482721"/>
                <a:gd name="connsiteY3-16" fmla="*/ 226338 h 353086"/>
                <a:gd name="connsiteX4-17" fmla="*/ 0 w 482721"/>
                <a:gd name="connsiteY4-18" fmla="*/ 353086 h 353086"/>
                <a:gd name="connsiteX0-19" fmla="*/ 0 w 482721"/>
                <a:gd name="connsiteY0-20" fmla="*/ 353086 h 353086"/>
                <a:gd name="connsiteX1-21" fmla="*/ 241361 w 482721"/>
                <a:gd name="connsiteY1-22" fmla="*/ 0 h 353086"/>
                <a:gd name="connsiteX2-23" fmla="*/ 482721 w 482721"/>
                <a:gd name="connsiteY2-24" fmla="*/ 353086 h 353086"/>
                <a:gd name="connsiteX3-25" fmla="*/ 244443 w 482721"/>
                <a:gd name="connsiteY3-26" fmla="*/ 226338 h 353086"/>
                <a:gd name="connsiteX4-27" fmla="*/ 0 w 482721"/>
                <a:gd name="connsiteY4-28" fmla="*/ 353086 h 3530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482721" h="353086">
                  <a:moveTo>
                    <a:pt x="0" y="353086"/>
                  </a:moveTo>
                  <a:lnTo>
                    <a:pt x="241361" y="0"/>
                  </a:lnTo>
                  <a:lnTo>
                    <a:pt x="482721" y="353086"/>
                  </a:lnTo>
                  <a:lnTo>
                    <a:pt x="244443" y="226338"/>
                  </a:lnTo>
                  <a:lnTo>
                    <a:pt x="0" y="35308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429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</a:pPr>
              <a:endPara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7"/>
          <p:cNvSpPr/>
          <p:nvPr userDrawn="1">
            <p:custDataLst>
              <p:tags r:id="rId2"/>
            </p:custDataLst>
          </p:nvPr>
        </p:nvSpPr>
        <p:spPr>
          <a:xfrm>
            <a:off x="144780" y="137162"/>
            <a:ext cx="8853964" cy="4868704"/>
          </a:xfrm>
          <a:prstGeom prst="roundRect">
            <a:avLst>
              <a:gd name="adj" fmla="val 172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zh-CN" altLang="en-US" sz="140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739788"/>
            <a:ext cx="9144000" cy="370466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>
            <a:noAutofit/>
          </a:bodyPr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en-US" altLang="zh-CN" sz="1400">
              <a:solidFill>
                <a:prstClr val="black">
                  <a:lumMod val="85000"/>
                  <a:lumOff val="15000"/>
                </a:prstClr>
              </a:solidFill>
              <a:sym typeface="+mn-ea"/>
            </a:endParaRPr>
          </a:p>
        </p:txBody>
      </p:sp>
      <p:sp>
        <p:nvSpPr>
          <p:cNvPr id="12" name="五边形 4"/>
          <p:cNvSpPr/>
          <p:nvPr userDrawn="1">
            <p:custDataLst>
              <p:tags r:id="rId4"/>
            </p:custDataLst>
          </p:nvPr>
        </p:nvSpPr>
        <p:spPr>
          <a:xfrm rot="5400000">
            <a:off x="4074320" y="-120015"/>
            <a:ext cx="995839" cy="123444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zh-CN" altLang="en-US" sz="1400" dirty="0">
              <a:solidFill>
                <a:prstClr val="white"/>
              </a:solidFill>
            </a:endParaRPr>
          </a:p>
        </p:txBody>
      </p:sp>
      <p:sp>
        <p:nvSpPr>
          <p:cNvPr id="13" name="五边形 6"/>
          <p:cNvSpPr/>
          <p:nvPr userDrawn="1">
            <p:custDataLst>
              <p:tags r:id="rId5"/>
            </p:custDataLst>
          </p:nvPr>
        </p:nvSpPr>
        <p:spPr>
          <a:xfrm rot="16200000" flipV="1">
            <a:off x="4344353" y="4298633"/>
            <a:ext cx="455295" cy="1234440"/>
          </a:xfrm>
          <a:prstGeom prst="homePlate">
            <a:avLst>
              <a:gd name="adj" fmla="val 80230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zh-CN" altLang="en-US" sz="140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1142100" y="1363980"/>
            <a:ext cx="6858000" cy="1430520"/>
          </a:xfrm>
        </p:spPr>
        <p:txBody>
          <a:bodyPr lIns="67500" tIns="35100" rIns="67500" bIns="35100"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45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</a:fld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0"/>
            </p:custDataLst>
          </p:nvPr>
        </p:nvSpPr>
        <p:spPr>
          <a:xfrm>
            <a:off x="1141810" y="2897100"/>
            <a:ext cx="6858000" cy="1242000"/>
          </a:xfrm>
        </p:spPr>
        <p:txBody>
          <a:bodyPr lIns="67500" tIns="35100" rIns="67500" bIns="35100">
            <a:normAutofit/>
          </a:bodyPr>
          <a:lstStyle>
            <a:lvl1pPr marL="0" indent="0" algn="ctr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fld id="{BB962C8B-B14F-4D97-AF65-F5344CB8AC3E}" type="datetime1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《单片微机原理与接口技术》</a:t>
            </a:r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7" Type="http://schemas.openxmlformats.org/officeDocument/2006/relationships/theme" Target="../theme/theme2.xml"/><Relationship Id="rId26" Type="http://schemas.openxmlformats.org/officeDocument/2006/relationships/tags" Target="../tags/tag244.xml"/><Relationship Id="rId25" Type="http://schemas.openxmlformats.org/officeDocument/2006/relationships/tags" Target="../tags/tag243.xml"/><Relationship Id="rId24" Type="http://schemas.openxmlformats.org/officeDocument/2006/relationships/tags" Target="../tags/tag242.xml"/><Relationship Id="rId23" Type="http://schemas.openxmlformats.org/officeDocument/2006/relationships/tags" Target="../tags/tag241.xml"/><Relationship Id="rId22" Type="http://schemas.openxmlformats.org/officeDocument/2006/relationships/tags" Target="../tags/tag240.xml"/><Relationship Id="rId21" Type="http://schemas.openxmlformats.org/officeDocument/2006/relationships/tags" Target="../tags/tag239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图片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41674"/>
            <a:ext cx="9180513" cy="512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C04F2AF-E4A8-4ADB-AD29-80130941F369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502413" y="332423"/>
            <a:ext cx="8139178" cy="331473"/>
          </a:xfrm>
          <a:prstGeom prst="rect">
            <a:avLst/>
          </a:prstGeom>
        </p:spPr>
        <p:txBody>
          <a:bodyPr vert="horz" lIns="76200" tIns="28575" rIns="57150" bIns="28575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502413" y="714383"/>
            <a:ext cx="8139178" cy="4041680"/>
          </a:xfrm>
          <a:prstGeom prst="rect">
            <a:avLst/>
          </a:prstGeom>
        </p:spPr>
        <p:txBody>
          <a:bodyPr vert="horz" lIns="76200" tIns="0" rIns="61913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fld id="{760FBDFE-C587-4B4C-A407-44438C67B59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微软雅黑" panose="020B0503020204020204" charset="-122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zh-CN" alt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微软雅黑" panose="020B0503020204020204" charset="-122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defTabSz="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</a:pPr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ransition spd="slow">
    <p:push dir="u"/>
  </p:transition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13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54.xml"/><Relationship Id="rId8" Type="http://schemas.openxmlformats.org/officeDocument/2006/relationships/tags" Target="../tags/tag253.xml"/><Relationship Id="rId7" Type="http://schemas.openxmlformats.org/officeDocument/2006/relationships/tags" Target="../tags/tag252.xml"/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257.xml"/><Relationship Id="rId11" Type="http://schemas.openxmlformats.org/officeDocument/2006/relationships/tags" Target="../tags/tag256.xml"/><Relationship Id="rId10" Type="http://schemas.openxmlformats.org/officeDocument/2006/relationships/tags" Target="../tags/tag255.xml"/><Relationship Id="rId1" Type="http://schemas.openxmlformats.org/officeDocument/2006/relationships/tags" Target="../tags/tag24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8.jpeg"/><Relationship Id="rId1" Type="http://schemas.openxmlformats.org/officeDocument/2006/relationships/tags" Target="../tags/tag25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microsoft.com/office/2007/relationships/hdphoto" Target="../media/image11.wdp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5562600" y="3714750"/>
            <a:ext cx="1529778" cy="358980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charset="-122"/>
              </a:rPr>
              <a:t>主讲人：何梦雨</a:t>
            </a:r>
            <a:endParaRPr lang="zh-CN" altLang="en-US" b="1" dirty="0">
              <a:latin typeface="微软雅黑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981200" y="1504950"/>
            <a:ext cx="5370433" cy="1039179"/>
          </a:xfrm>
        </p:spPr>
        <p:txBody>
          <a:bodyPr>
            <a:normAutofit fontScale="90000"/>
          </a:bodyPr>
          <a:lstStyle/>
          <a:p>
            <a:r>
              <a:rPr lang="en-US" altLang="zh-CN" sz="6000" dirty="0" smtClean="0"/>
              <a:t>IIC</a:t>
            </a:r>
            <a:r>
              <a:rPr lang="zh-CN" altLang="en-US" sz="6000" dirty="0" smtClean="0"/>
              <a:t>与</a:t>
            </a:r>
            <a:r>
              <a:rPr lang="en-US" altLang="zh-CN" sz="6000" dirty="0" smtClean="0"/>
              <a:t>EEPROM</a:t>
            </a:r>
            <a:endParaRPr lang="en-US" altLang="zh-CN" sz="6000" dirty="0" smtClean="0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1683070" y="2620329"/>
            <a:ext cx="5777389" cy="7144"/>
          </a:xfrm>
          <a:prstGeom prst="line">
            <a:avLst/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副标题 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285300" y="2838451"/>
            <a:ext cx="3175159" cy="363855"/>
          </a:xfrm>
          <a:prstGeom prst="rect">
            <a:avLst/>
          </a:prstGeom>
        </p:spPr>
        <p:txBody>
          <a:bodyPr vert="horz" lIns="67499" tIns="0" rIns="67499" bIns="35099" rtlCol="0" anchor="t" anchorCtr="0">
            <a:normAutofit fontScale="82500" lnSpcReduction="10000"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 altLang="zh-CN" sz="21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—</a:t>
            </a:r>
            <a:r>
              <a:rPr lang="zh-CN" altLang="en-US" sz="21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物理与电子信息工程学院</a:t>
            </a:r>
            <a:endParaRPr lang="zh-CN" altLang="en-US" sz="2100" b="1" dirty="0">
              <a:solidFill>
                <a:prstClr val="black">
                  <a:lumMod val="85000"/>
                  <a:lumOff val="15000"/>
                </a:prst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438150"/>
            <a:ext cx="9144000" cy="0"/>
          </a:xfrm>
          <a:prstGeom prst="lin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734378" y="819150"/>
            <a:ext cx="7519035" cy="1804035"/>
            <a:chOff x="4963899" y="1065687"/>
            <a:chExt cx="6917299" cy="1804035"/>
          </a:xfrm>
          <a:solidFill>
            <a:srgbClr val="002060"/>
          </a:solidFill>
        </p:grpSpPr>
        <p:sp>
          <p:nvSpPr>
            <p:cNvPr id="2" name="矩形 1"/>
            <p:cNvSpPr/>
            <p:nvPr/>
          </p:nvSpPr>
          <p:spPr>
            <a:xfrm>
              <a:off x="5272931" y="1531777"/>
              <a:ext cx="6608267" cy="1337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>
              <a:spAutoFit/>
            </a:bodyPr>
            <a:lstStyle/>
            <a:p>
              <a:pPr lvl="0" algn="just" defTabSz="914400">
                <a:lnSpc>
                  <a:spcPct val="150000"/>
                </a:lnSpc>
                <a:defRPr/>
              </a:pPr>
              <a:r>
                <a:rPr lang="en-US" sz="1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</a:t>
              </a:r>
              <a:r>
                <a:rPr lang="en-US" sz="18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8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设计一个0~99的秒计数器，用数码管显示当前的计数值，并将当前的计数值保存到EEPROM芯片24C02中，断电后计数值不丢失，再次上电计数器继续计数。</a:t>
              </a:r>
              <a:endParaRPr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矩形: 圆角 1"/>
            <p:cNvSpPr/>
            <p:nvPr/>
          </p:nvSpPr>
          <p:spPr>
            <a:xfrm>
              <a:off x="5336607" y="1065687"/>
              <a:ext cx="1147918" cy="4081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思源黑体" panose="020B0500000000090000" charset="-122"/>
                </a:rPr>
                <a:t>项目描述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963899" y="1157195"/>
              <a:ext cx="225608" cy="2256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5004873" y="1198169"/>
              <a:ext cx="143661" cy="1436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1"/>
            </p:custDataLst>
          </p:nvPr>
        </p:nvGrpSpPr>
        <p:grpSpPr>
          <a:xfrm>
            <a:off x="955040" y="3562088"/>
            <a:ext cx="4068000" cy="396000"/>
            <a:chOff x="4963899" y="1065687"/>
            <a:chExt cx="4081780" cy="412096"/>
          </a:xfrm>
          <a:solidFill>
            <a:srgbClr val="002060"/>
          </a:solidFill>
        </p:grpSpPr>
        <p:sp>
          <p:nvSpPr>
            <p:cNvPr id="24" name="矩形: 圆角 1"/>
            <p:cNvSpPr/>
            <p:nvPr>
              <p:custDataLst>
                <p:tags r:id="rId2"/>
              </p:custDataLst>
            </p:nvPr>
          </p:nvSpPr>
          <p:spPr>
            <a:xfrm>
              <a:off x="5336644" y="1065687"/>
              <a:ext cx="3709035" cy="412096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思源黑体" panose="020B0500000000090000" charset="-122"/>
                </a:rPr>
                <a:t>任务二：</a:t>
              </a:r>
              <a:r>
                <a:rPr kumimoji="0" 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思源黑体" panose="020B0500000000090000" charset="-122"/>
                </a:rPr>
                <a:t>学习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思源黑体" panose="020B0500000000090000" charset="-122"/>
                </a:rPr>
                <a:t>EEPROM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3"/>
              </p:custDataLst>
            </p:nvPr>
          </p:nvSpPr>
          <p:spPr>
            <a:xfrm>
              <a:off x="4963899" y="1157195"/>
              <a:ext cx="225608" cy="2256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4"/>
              </p:custDataLst>
            </p:nvPr>
          </p:nvSpPr>
          <p:spPr>
            <a:xfrm>
              <a:off x="5004873" y="1198169"/>
              <a:ext cx="143661" cy="1436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5"/>
            </p:custDataLst>
          </p:nvPr>
        </p:nvGrpSpPr>
        <p:grpSpPr>
          <a:xfrm>
            <a:off x="990600" y="2952633"/>
            <a:ext cx="4068000" cy="396000"/>
            <a:chOff x="4963899" y="1065687"/>
            <a:chExt cx="4342130" cy="412096"/>
          </a:xfrm>
          <a:solidFill>
            <a:srgbClr val="002060"/>
          </a:solidFill>
        </p:grpSpPr>
        <p:sp>
          <p:nvSpPr>
            <p:cNvPr id="29" name="矩形: 圆角 1"/>
            <p:cNvSpPr/>
            <p:nvPr>
              <p:custDataLst>
                <p:tags r:id="rId6"/>
              </p:custDataLst>
            </p:nvPr>
          </p:nvSpPr>
          <p:spPr>
            <a:xfrm>
              <a:off x="5336644" y="1065687"/>
              <a:ext cx="3969385" cy="412096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思源黑体" panose="020B0500000000090000" charset="-122"/>
                </a:rPr>
                <a:t>任务一：认识I2C总线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7"/>
              </p:custDataLst>
            </p:nvPr>
          </p:nvSpPr>
          <p:spPr>
            <a:xfrm>
              <a:off x="4963899" y="1157195"/>
              <a:ext cx="225608" cy="2256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  <p:sp>
          <p:nvSpPr>
            <p:cNvPr id="31" name="椭圆 30"/>
            <p:cNvSpPr/>
            <p:nvPr>
              <p:custDataLst>
                <p:tags r:id="rId8"/>
              </p:custDataLst>
            </p:nvPr>
          </p:nvSpPr>
          <p:spPr>
            <a:xfrm>
              <a:off x="5004873" y="1198169"/>
              <a:ext cx="143661" cy="1436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9"/>
            </p:custDataLst>
          </p:nvPr>
        </p:nvGrpSpPr>
        <p:grpSpPr>
          <a:xfrm>
            <a:off x="955040" y="4240903"/>
            <a:ext cx="4068000" cy="396000"/>
            <a:chOff x="4963899" y="1065687"/>
            <a:chExt cx="4081780" cy="412096"/>
          </a:xfrm>
          <a:solidFill>
            <a:srgbClr val="002060"/>
          </a:solidFill>
        </p:grpSpPr>
        <p:sp>
          <p:nvSpPr>
            <p:cNvPr id="10" name="矩形: 圆角 1"/>
            <p:cNvSpPr/>
            <p:nvPr>
              <p:custDataLst>
                <p:tags r:id="rId10"/>
              </p:custDataLst>
            </p:nvPr>
          </p:nvSpPr>
          <p:spPr>
            <a:xfrm>
              <a:off x="5336644" y="1065687"/>
              <a:ext cx="3709035" cy="412096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思源黑体" panose="020B0500000000090000" charset="-122"/>
                </a:rPr>
                <a:t>任务三：</a:t>
              </a:r>
              <a:r>
                <a:rPr kumimoji="0" 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思源黑体" panose="020B0500000000090000" charset="-122"/>
                </a:rPr>
                <a:t>设计计数器</a:t>
              </a:r>
              <a:endParaRPr kumimoji="0" 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  <p:sp>
          <p:nvSpPr>
            <p:cNvPr id="11" name="椭圆 10"/>
            <p:cNvSpPr/>
            <p:nvPr>
              <p:custDataLst>
                <p:tags r:id="rId11"/>
              </p:custDataLst>
            </p:nvPr>
          </p:nvSpPr>
          <p:spPr>
            <a:xfrm>
              <a:off x="4963899" y="1157195"/>
              <a:ext cx="225608" cy="2256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  <p:sp>
          <p:nvSpPr>
            <p:cNvPr id="12" name="椭圆 11"/>
            <p:cNvSpPr/>
            <p:nvPr>
              <p:custDataLst>
                <p:tags r:id="rId12"/>
              </p:custDataLst>
            </p:nvPr>
          </p:nvSpPr>
          <p:spPr>
            <a:xfrm>
              <a:off x="5004873" y="1198169"/>
              <a:ext cx="143661" cy="1436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438150"/>
            <a:ext cx="9144000" cy="0"/>
          </a:xfrm>
          <a:prstGeom prst="line">
            <a:avLst/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95178"/>
            <a:ext cx="2057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微 处 理 器 原 理</a:t>
            </a:r>
            <a:endParaRPr lang="zh-CN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96200" y="92412"/>
            <a:ext cx="14478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内江师范学院</a:t>
            </a:r>
            <a:endParaRPr lang="zh-CN" altLang="en-US" sz="1400" i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10" name="Picture 4" descr="查看源图像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3445" b="98582" l="9180" r="89844">
                        <a14:foregroundMark x1="24121" y1="19554" x2="38574" y2="17832"/>
                        <a14:foregroundMark x1="24805" y1="7295" x2="25781" y2="7295"/>
                        <a14:foregroundMark x1="9277" y1="16413" x2="10352" y2="24823"/>
                        <a14:foregroundMark x1="22754" y1="3850" x2="26172" y2="5268"/>
                        <a14:foregroundMark x1="37305" y1="4154" x2="38965" y2="4863"/>
                        <a14:foregroundMark x1="35547" y1="3546" x2="39941" y2="6991"/>
                        <a14:foregroundMark x1="57129" y1="30091" x2="58496" y2="28369"/>
                        <a14:foregroundMark x1="64258" y1="33941" x2="63184" y2="32523"/>
                        <a14:foregroundMark x1="70605" y1="36373" x2="69629" y2="35360"/>
                        <a14:foregroundMark x1="78027" y1="39514" x2="82129" y2="54002"/>
                        <a14:foregroundMark x1="82129" y1="54002" x2="75977" y2="68794"/>
                        <a14:foregroundMark x1="75977" y1="68794" x2="84766" y2="78419"/>
                        <a14:foregroundMark x1="84766" y1="78419" x2="82813" y2="89868"/>
                        <a14:foregroundMark x1="70605" y1="98582" x2="72656" y2="95846"/>
                        <a14:backgroundMark x1="78711" y1="92300" x2="78711" y2="90881"/>
                        <a14:backgroundMark x1="78711" y1="87437" x2="78711" y2="87437"/>
                      </a14:backgroundRemoval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57200" y="1123754"/>
            <a:ext cx="3238500" cy="31214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981200" y="1276350"/>
            <a:ext cx="1407160" cy="82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IIC</a:t>
            </a:r>
            <a:endParaRPr lang="en-US" altLang="zh-CN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zh-CN" alt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是什么？</a:t>
            </a:r>
            <a:endParaRPr lang="zh-CN" altLang="en-US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62400" y="742950"/>
            <a:ext cx="4893310" cy="875665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marL="0" indent="0" algn="l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IIC</a:t>
            </a:r>
            <a:r>
              <a:rPr lang="zh-CN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Inter-Integrated Circuit</a:t>
            </a:r>
            <a:r>
              <a:rPr lang="zh-CN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，集成电路总线）</a:t>
            </a:r>
            <a:endParaRPr lang="zh-CN" alt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457200" algn="l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/>
              <a:t>是单片机开发中常用的一种</a:t>
            </a:r>
            <a:r>
              <a:rPr lang="zh-CN" altLang="en-US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串行通信协议</a:t>
            </a:r>
            <a:endParaRPr lang="zh-CN" altLang="en-US" sz="16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62400" y="1657350"/>
            <a:ext cx="4879340" cy="3038475"/>
          </a:xfrm>
          <a:prstGeom prst="rect">
            <a:avLst/>
          </a:prstGeom>
          <a:ln w="19050">
            <a:solidFill>
              <a:srgbClr val="0070C0"/>
            </a:solidFill>
            <a:prstDash val="sysDash"/>
          </a:ln>
        </p:spPr>
        <p:txBody>
          <a:bodyPr wrap="square">
            <a:spAutoFit/>
          </a:bodyPr>
          <a:lstStyle/>
          <a:p>
            <a:pPr marL="285750" indent="-285750" algn="l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charset="0"/>
              <a:buChar char="l"/>
            </a:pPr>
            <a:r>
              <a:rPr lang="zh-CN" altLang="en-US" sz="1700" b="1">
                <a:solidFill>
                  <a:srgbClr val="C00000"/>
                </a:solidFill>
              </a:rPr>
              <a:t>两线式</a:t>
            </a:r>
            <a:r>
              <a:rPr lang="zh-CN" altLang="en-US" sz="1700" b="1">
                <a:solidFill>
                  <a:srgbClr val="000000"/>
                </a:solidFill>
              </a:rPr>
              <a:t>串行通信总线</a:t>
            </a:r>
            <a:endParaRPr lang="zh-CN" altLang="en-US" sz="1700" b="1">
              <a:solidFill>
                <a:srgbClr val="000000"/>
              </a:solidFill>
            </a:endParaRPr>
          </a:p>
          <a:p>
            <a:pPr marL="285750" indent="-285750" algn="l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charset="0"/>
              <a:buChar char="l"/>
            </a:pPr>
            <a:r>
              <a:rPr lang="zh-CN" altLang="en-US" sz="1600" b="1"/>
              <a:t>专门用于</a:t>
            </a:r>
            <a:r>
              <a:rPr lang="zh-CN" altLang="en-US" sz="1600" b="1">
                <a:solidFill>
                  <a:srgbClr val="C00000"/>
                </a:solidFill>
              </a:rPr>
              <a:t>短距离、低速</a:t>
            </a:r>
            <a:r>
              <a:rPr lang="zh-CN" altLang="en-US" sz="1600" b="1"/>
              <a:t>的芯片间通信</a:t>
            </a:r>
            <a:endParaRPr lang="zh-CN" altLang="en-US" sz="1600" b="1"/>
          </a:p>
          <a:p>
            <a:pPr marL="285750" indent="-285750" algn="l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Tx/>
              <a:buFont typeface="Wingdings" panose="05000000000000000000" charset="0"/>
              <a:buChar char="l"/>
            </a:pPr>
            <a:r>
              <a:rPr lang="zh-CN" altLang="en-US" sz="1600" b="1">
                <a:solidFill>
                  <a:srgbClr val="C00000"/>
                </a:solidFill>
                <a:sym typeface="+mn-ea"/>
              </a:rPr>
              <a:t>接口方式简单</a:t>
            </a:r>
            <a:r>
              <a:rPr lang="zh-CN" altLang="en-US" sz="1600" b="1">
                <a:sym typeface="+mn-ea"/>
              </a:rPr>
              <a:t>，两条线可以挂多个参与通信的器件，即多机模式，且任何一个器件都可以作为主机，同一时刻只能有一个主机。</a:t>
            </a:r>
            <a:endParaRPr lang="zh-CN" altLang="en-US" sz="1600" b="1">
              <a:sym typeface="+mn-ea"/>
            </a:endParaRPr>
          </a:p>
          <a:p>
            <a:pPr marL="285750" indent="-285750" algn="l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Tx/>
              <a:buFont typeface="Wingdings" panose="05000000000000000000" charset="0"/>
              <a:buChar char="l"/>
            </a:pPr>
            <a:r>
              <a:rPr lang="zh-CN" altLang="en-US" sz="1600" b="1">
                <a:sym typeface="+mn-ea"/>
              </a:rPr>
              <a:t>I2C属于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同步通信</a:t>
            </a:r>
            <a:r>
              <a:rPr lang="zh-CN" altLang="en-US" sz="1600" b="1">
                <a:sym typeface="+mn-ea"/>
              </a:rPr>
              <a:t>，SCL时钟线负责收发双方的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时钟节拍</a:t>
            </a:r>
            <a:r>
              <a:rPr lang="zh-CN" altLang="en-US" sz="1600" b="1">
                <a:sym typeface="+mn-ea"/>
              </a:rPr>
              <a:t>，SDA数据线负责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传输数据</a:t>
            </a:r>
            <a:r>
              <a:rPr lang="zh-CN" altLang="en-US" sz="1600" b="1">
                <a:sym typeface="+mn-ea"/>
              </a:rPr>
              <a:t>。</a:t>
            </a:r>
            <a:endParaRPr lang="zh-CN" altLang="en-US" sz="1600" b="1">
              <a:sym typeface="+mn-ea"/>
            </a:endParaRPr>
          </a:p>
          <a:p>
            <a:pPr marL="285750" indent="-285750" algn="l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Tx/>
              <a:buFont typeface="Wingdings" panose="05000000000000000000" charset="0"/>
              <a:buChar char="l"/>
            </a:pPr>
            <a:r>
              <a:rPr lang="zh-CN" altLang="en-US" sz="1600" b="1">
                <a:sym typeface="+mn-ea"/>
              </a:rPr>
              <a:t>I2C的发送方和接收方都以SCL这个时钟节拍为基准进行数据的发送和接收。</a:t>
            </a:r>
            <a:endParaRPr lang="zh-CN" altLang="en-US" sz="1600" b="1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 animBg="1"/>
      <p:bldP spid="5" grpId="1" animBg="1"/>
      <p:bldP spid="6" grpId="0" animBg="1"/>
      <p:bldP spid="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228403" y="666633"/>
            <a:ext cx="2472055" cy="510181"/>
            <a:chOff x="4963899" y="818037"/>
            <a:chExt cx="2472055" cy="510181"/>
          </a:xfrm>
          <a:solidFill>
            <a:srgbClr val="002060"/>
          </a:solidFill>
        </p:grpSpPr>
        <p:sp>
          <p:nvSpPr>
            <p:cNvPr id="29" name="矩形: 圆角 1"/>
            <p:cNvSpPr/>
            <p:nvPr/>
          </p:nvSpPr>
          <p:spPr>
            <a:xfrm>
              <a:off x="5336644" y="818037"/>
              <a:ext cx="2099310" cy="510181"/>
            </a:xfrm>
            <a:prstGeom prst="round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思源黑体" panose="020B0500000000090000" charset="-122"/>
                  <a:sym typeface="+mn-ea"/>
                </a:rPr>
                <a:t>I2C总线介绍</a:t>
              </a:r>
              <a:endParaRPr lang="zh-CN" altLang="en-US" sz="2400" b="1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  <a:sym typeface="+mn-ea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4963899" y="909545"/>
              <a:ext cx="225608" cy="225608"/>
            </a:xfrm>
            <a:prstGeom prst="ellipse">
              <a:avLst/>
            </a:prstGeom>
            <a:grpFill/>
            <a:ln>
              <a:solidFill>
                <a:srgbClr val="6BDB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5004873" y="960044"/>
              <a:ext cx="143661" cy="143661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</a:endParaRPr>
            </a:p>
          </p:txBody>
        </p:sp>
      </p:grpSp>
      <p:pic>
        <p:nvPicPr>
          <p:cNvPr id="14339" name="图片 1"/>
          <p:cNvPicPr>
            <a:picLocks noChangeAspect="1"/>
          </p:cNvPicPr>
          <p:nvPr/>
        </p:nvPicPr>
        <p:blipFill>
          <a:blip r:embed="rId1">
            <a:lum contrast="18000"/>
          </a:blip>
          <a:srcRect b="17308"/>
          <a:stretch>
            <a:fillRect/>
          </a:stretch>
        </p:blipFill>
        <p:spPr>
          <a:xfrm>
            <a:off x="685800" y="1733550"/>
            <a:ext cx="8004175" cy="1790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2286000" y="3409950"/>
            <a:ext cx="4572000" cy="312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  <a:sym typeface="+mn-ea"/>
              </a:rPr>
              <a:t>I</a:t>
            </a:r>
            <a:r>
              <a:rPr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  <a:sym typeface="+mn-ea"/>
              </a:rPr>
              <a:t>2</a:t>
            </a:r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  <a:sym typeface="+mn-ea"/>
              </a:rPr>
              <a:t>C时序图</a:t>
            </a:r>
            <a:endParaRPr lang="zh-CN" altLang="en-US" sz="16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" panose="020B0500000000090000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24915" y="4019550"/>
            <a:ext cx="69259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spcBef>
                <a:spcPct val="0"/>
              </a:spcBef>
              <a:spcAft>
                <a:spcPct val="50000"/>
              </a:spcAft>
              <a:buClr>
                <a:srgbClr val="EF2F0F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  <a:sym typeface="+mn-ea"/>
              </a:rPr>
              <a:t>I2C通信流程包括</a:t>
            </a:r>
            <a:r>
              <a:rPr lang="zh-CN" altLang="en-US" sz="2000" b="1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  <a:sym typeface="+mn-ea"/>
              </a:rPr>
              <a:t>起始信号、数据传输和停止信号</a:t>
            </a:r>
            <a:r>
              <a:rPr lang="zh-CN" alt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  <a:sym typeface="+mn-ea"/>
              </a:rPr>
              <a:t>。 </a:t>
            </a:r>
            <a:endParaRPr lang="zh-CN" altLang="en-US" sz="2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" panose="020B0500000000090000" charset="-122"/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438150"/>
            <a:ext cx="9144000" cy="0"/>
          </a:xfrm>
          <a:prstGeom prst="line">
            <a:avLst/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95178"/>
            <a:ext cx="2057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微 处 理 器 原 理</a:t>
            </a:r>
            <a:endParaRPr lang="zh-CN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96200" y="92412"/>
            <a:ext cx="14478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内江师范学院</a:t>
            </a:r>
            <a:endParaRPr lang="zh-CN" altLang="en-US" sz="1400" i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15364" name="图片 1"/>
          <p:cNvPicPr>
            <a:picLocks noChangeAspect="1"/>
          </p:cNvPicPr>
          <p:nvPr/>
        </p:nvPicPr>
        <p:blipFill>
          <a:blip r:embed="rId1">
            <a:lum contrast="24000"/>
          </a:blip>
          <a:srcRect b="17308"/>
          <a:stretch>
            <a:fillRect/>
          </a:stretch>
        </p:blipFill>
        <p:spPr>
          <a:xfrm>
            <a:off x="990600" y="742950"/>
            <a:ext cx="7166610" cy="160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2" name="矩形 3"/>
          <p:cNvSpPr/>
          <p:nvPr/>
        </p:nvSpPr>
        <p:spPr>
          <a:xfrm>
            <a:off x="990600" y="2410460"/>
            <a:ext cx="3134360" cy="24149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1A6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2C1DB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405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anose="05020102010507070707" pitchFamily="18" charset="2"/>
              <a:buChar char="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void I2CStart(){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latinLnBrk="0" hangingPunct="1">
              <a:lnSpc>
                <a:spcPct val="100000"/>
              </a:lnSpc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I2C_SDA = 1;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I2C_SCL = 1;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I2CDelay();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I2C_SDA = 0;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I2CDelay();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I2C_SCL = 0;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矩形 4"/>
          <p:cNvSpPr/>
          <p:nvPr/>
        </p:nvSpPr>
        <p:spPr>
          <a:xfrm>
            <a:off x="4544695" y="2326005"/>
            <a:ext cx="3612515" cy="2584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1A6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2C1DB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405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B3B2"/>
              </a:buClr>
              <a:buSzPct val="68000"/>
              <a:buFont typeface="Wingdings 2" panose="05020102010507070707" pitchFamily="18" charset="2"/>
              <a:buChar char="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void I2CStop(){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I2C_SCL = 0;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I2C_SDA = 0;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I2CDelay();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I2C_SCL = 1;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I2CDelay();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I2C_SDA = 1;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I2CDelay();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438150"/>
            <a:ext cx="9144000" cy="0"/>
          </a:xfrm>
          <a:prstGeom prst="line">
            <a:avLst/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95178"/>
            <a:ext cx="2057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微 处 理 器 原 理</a:t>
            </a:r>
            <a:endParaRPr lang="zh-CN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96200" y="92412"/>
            <a:ext cx="14478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内江师范学院</a:t>
            </a:r>
            <a:endParaRPr lang="zh-CN" altLang="en-US" sz="1400" i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lum contrast="6000"/>
          </a:blip>
          <a:stretch>
            <a:fillRect/>
          </a:stretch>
        </p:blipFill>
        <p:spPr>
          <a:xfrm>
            <a:off x="457200" y="1389380"/>
            <a:ext cx="8494395" cy="23647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438150"/>
            <a:ext cx="9144000" cy="0"/>
          </a:xfrm>
          <a:prstGeom prst="line">
            <a:avLst/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95178"/>
            <a:ext cx="2057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微 处 理 器 原 理</a:t>
            </a:r>
            <a:endParaRPr lang="zh-CN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96200" y="92412"/>
            <a:ext cx="14478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内江师范学院</a:t>
            </a:r>
            <a:endParaRPr lang="zh-CN" altLang="en-US" sz="1400" i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276350"/>
            <a:ext cx="8457565" cy="322199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438150"/>
            <a:ext cx="9144000" cy="0"/>
          </a:xfrm>
          <a:prstGeom prst="line">
            <a:avLst/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95178"/>
            <a:ext cx="2057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微 处 理 器 原 理</a:t>
            </a:r>
            <a:endParaRPr lang="zh-CN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96200" y="92412"/>
            <a:ext cx="14478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内江师范学院</a:t>
            </a:r>
            <a:endParaRPr lang="zh-CN" altLang="en-US" sz="1400" i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742950"/>
            <a:ext cx="3556000" cy="622300"/>
          </a:xfrm>
          <a:prstGeom prst="rect">
            <a:avLst/>
          </a:prstGeom>
          <a:ln w="28575">
            <a:noFill/>
          </a:ln>
        </p:spPr>
        <p:txBody>
          <a:bodyPr wrap="square" rtlCol="0" anchor="t">
            <a:noAutofit/>
          </a:bodyPr>
          <a:lstStyle/>
          <a:p>
            <a:pPr indent="0">
              <a:spcBef>
                <a:spcPct val="0"/>
              </a:spcBef>
              <a:spcAft>
                <a:spcPct val="50000"/>
              </a:spcAft>
              <a:buClr>
                <a:srgbClr val="EF2F0F"/>
              </a:buClr>
              <a:buSzTx/>
              <a:buFont typeface="Wingdings" panose="05000000000000000000" pitchFamily="2" charset="2"/>
              <a:buNone/>
            </a:pPr>
            <a:r>
              <a:rPr lang="zh-CN" altLang="en-US" sz="16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  <a:sym typeface="+mn-ea"/>
              </a:rPr>
              <a:t>  </a:t>
            </a:r>
            <a:r>
              <a:rPr lang="zh-CN" altLang="en-US" sz="2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  <a:sym typeface="+mn-ea"/>
              </a:rPr>
              <a:t>  </a:t>
            </a:r>
            <a:endParaRPr lang="zh-CN" altLang="en-US" sz="2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" panose="020B0500000000090000" charset="-122"/>
              <a:sym typeface="+mn-ea"/>
            </a:endParaRPr>
          </a:p>
          <a:p>
            <a:pPr algn="l">
              <a:buClr>
                <a:srgbClr val="EF2F0F"/>
              </a:buClr>
              <a:buSzTx/>
              <a:buFont typeface="Wingdings" panose="05000000000000000000" pitchFamily="2" charset="2"/>
              <a:buNone/>
            </a:pPr>
            <a:endParaRPr lang="zh-CN" altLang="en-US" sz="2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" panose="020B0500000000090000" charset="-122"/>
              <a:sym typeface="+mn-ea"/>
            </a:endParaRPr>
          </a:p>
          <a:p>
            <a:pPr algn="l">
              <a:buClr>
                <a:srgbClr val="EF2F0F"/>
              </a:buClr>
              <a:buSzTx/>
              <a:buFont typeface="Wingdings" panose="05000000000000000000" pitchFamily="2" charset="2"/>
              <a:buNone/>
            </a:pPr>
            <a:endParaRPr lang="zh-CN" altLang="en-US" sz="2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" panose="020B0500000000090000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1040" y="742950"/>
            <a:ext cx="7649845" cy="1210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buClr>
                <a:srgbClr val="993366"/>
              </a:buClr>
              <a:buSzTx/>
              <a:buFontTx/>
              <a:defRPr/>
            </a:pPr>
            <a:r>
              <a:rPr lang="en-US" sz="2000" b="1" noProof="0" dirty="0" smtClean="0">
                <a:solidFill>
                  <a:srgbClr val="6BDBFA"/>
                </a:solidFill>
                <a:latin typeface="+mj-ea"/>
                <a:ea typeface="+mj-ea"/>
                <a:sym typeface="+mn-ea"/>
              </a:rPr>
              <a:t>        </a:t>
            </a:r>
            <a:r>
              <a:rPr sz="1800" b="1" noProof="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开发板上的EEPROM器件型号是24C02，24C02的7位地址中，其中高4位是固定的0b1010，而低3位的地址取决于具体电路的设计,由芯片上的A2、A1、A0这3个引脚的实际电平决定，如下图所示。</a:t>
            </a:r>
            <a:endParaRPr sz="1800" b="1" noProof="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3555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lum contrast="18000"/>
          </a:blip>
          <a:srcRect b="15569"/>
          <a:stretch>
            <a:fillRect/>
          </a:stretch>
        </p:blipFill>
        <p:spPr>
          <a:xfrm>
            <a:off x="3044190" y="2038350"/>
            <a:ext cx="2913380" cy="1524635"/>
          </a:xfrm>
          <a:prstGeom prst="rect">
            <a:avLst/>
          </a:prstGeom>
          <a:noFill/>
          <a:ln w="9525">
            <a:solidFill>
              <a:srgbClr val="68D7F6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701040" y="3790950"/>
            <a:ext cx="7776845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algn="just" defTabSz="914400" fontAlgn="auto">
              <a:lnSpc>
                <a:spcPct val="150000"/>
              </a:lnSpc>
              <a:buClr>
                <a:srgbClr val="993366"/>
              </a:buClr>
              <a:buSzTx/>
              <a:buFontTx/>
              <a:defRPr/>
            </a:pPr>
            <a:r>
              <a:rPr lang="en-US" sz="2000" b="1" noProof="0" dirty="0" smtClean="0">
                <a:solidFill>
                  <a:srgbClr val="6BDBFA"/>
                </a:solidFill>
                <a:latin typeface="+mj-ea"/>
                <a:ea typeface="+mj-ea"/>
                <a:sym typeface="+mn-ea"/>
              </a:rPr>
              <a:t>        </a:t>
            </a:r>
            <a:r>
              <a:rPr sz="1800" b="1" noProof="0" dirty="0" smtClean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从上图可以看出来，我们的A2、A1、A0都是接的GND，也就是说都是0，因此24C02的7位地址实际上是二进制的0b1010000，也就是0x50。</a:t>
            </a:r>
            <a:endParaRPr sz="1800" b="1" noProof="0" dirty="0" smtClean="0">
              <a:solidFill>
                <a:schemeClr val="tx1"/>
              </a:solidFill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438150"/>
            <a:ext cx="9144000" cy="0"/>
          </a:xfrm>
          <a:prstGeom prst="line">
            <a:avLst/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95178"/>
            <a:ext cx="2057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微 处 理 器 原 理</a:t>
            </a:r>
            <a:endParaRPr lang="zh-CN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96200" y="92412"/>
            <a:ext cx="14478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内江师范学院</a:t>
            </a:r>
            <a:endParaRPr lang="zh-CN" altLang="en-US" sz="1400" i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4" name="图片 3" descr="WPS图片-抠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43255"/>
            <a:ext cx="1605915" cy="12903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81200" y="1021715"/>
            <a:ext cx="18218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4000" b="1" dirty="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  <a:cs typeface="微软雅黑" panose="020B0503020204020204" charset="-122"/>
                <a:sym typeface="+mn-ea"/>
              </a:rPr>
              <a:t>想一想</a:t>
            </a:r>
            <a:endParaRPr lang="zh-CN" altLang="en-US" sz="4000" b="1" dirty="0">
              <a:solidFill>
                <a:srgbClr val="C00000"/>
              </a:solidFill>
              <a:latin typeface="华文行楷" panose="02010800040101010101" charset="-122"/>
              <a:ea typeface="华文行楷" panose="020108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76400" y="2268220"/>
            <a:ext cx="6315075" cy="607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algn="dist">
              <a:buClr>
                <a:srgbClr val="000066"/>
              </a:buClr>
              <a:buFont typeface="Wingdings" panose="05000000000000000000" charset="0"/>
              <a:buChar char="u"/>
            </a:pPr>
            <a:r>
              <a:rPr lang="zh-CN" altLang="en-US" b="1" kern="100" dirty="0">
                <a:solidFill>
                  <a:srgbClr val="00206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I2C总线上接多片EEPROM芯片，怎么设计？</a:t>
            </a:r>
            <a:endParaRPr lang="zh-CN" altLang="en-US" b="1" kern="100" dirty="0">
              <a:solidFill>
                <a:srgbClr val="00206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l">
              <a:buClr>
                <a:srgbClr val="000066"/>
              </a:buClr>
              <a:buFont typeface="Wingdings" panose="05000000000000000000" charset="0"/>
              <a:buChar char="u"/>
            </a:pPr>
            <a:endParaRPr lang="zh-CN" altLang="en-US" b="1" kern="100" dirty="0">
              <a:solidFill>
                <a:srgbClr val="00206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l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00066"/>
              </a:buClr>
              <a:buFont typeface="Wingdings" panose="05000000000000000000" charset="0"/>
              <a:buChar char="u"/>
            </a:pPr>
            <a:r>
              <a:rPr lang="zh-CN" altLang="en-US" b="1" kern="100" dirty="0">
                <a:solidFill>
                  <a:srgbClr val="00206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在I2C总线上可以挂不同的器件么？若可以，如何区分？</a:t>
            </a:r>
            <a:endParaRPr lang="zh-CN" altLang="en-US" b="1" kern="100" dirty="0">
              <a:solidFill>
                <a:srgbClr val="00206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buClr>
                <a:srgbClr val="000066"/>
              </a:buClr>
              <a:buFont typeface="Wingdings" panose="05000000000000000000" charset="0"/>
              <a:buNone/>
            </a:pPr>
            <a:endParaRPr lang="zh-CN" altLang="en-US" b="1" kern="100" dirty="0">
              <a:solidFill>
                <a:srgbClr val="00206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66750"/>
            <a:ext cx="386080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Tx/>
              <a:buFont typeface="Wingdings" panose="05000000000000000000" pitchFamily="2" charset="2"/>
              <a:buChar char="p"/>
            </a:pPr>
            <a:r>
              <a:rPr lang="zh-CN" altLang="en-US" sz="2800" b="1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Times New Roman" panose="02020603050405020304" pitchFamily="18" charset="0"/>
                <a:sym typeface="+mn-ea"/>
              </a:rPr>
              <a:t>EEPROM的学习</a:t>
            </a:r>
            <a:endParaRPr lang="zh-CN" altLang="en-US" sz="2800" b="1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3000" y="1353185"/>
            <a:ext cx="6722745" cy="1477645"/>
          </a:xfrm>
          <a:prstGeom prst="rect">
            <a:avLst/>
          </a:prstGeom>
          <a:ln w="28575">
            <a:noFill/>
          </a:ln>
        </p:spPr>
        <p:txBody>
          <a:bodyPr wrap="square" rtlCol="0" anchor="t">
            <a:noAutofit/>
          </a:bodyPr>
          <a:lstStyle/>
          <a:p>
            <a:pPr marL="342900" indent="-342900" algn="l">
              <a:spcBef>
                <a:spcPct val="0"/>
              </a:spcBef>
              <a:spcAft>
                <a:spcPct val="50000"/>
              </a:spcAft>
              <a:buClr>
                <a:srgbClr val="000066"/>
              </a:buClr>
              <a:buSzTx/>
              <a:buFont typeface="Wingdings" panose="05000000000000000000" charset="0"/>
              <a:buChar char="Ø"/>
            </a:pPr>
            <a:r>
              <a:rPr lang="zh-CN" altLang="en-US" sz="18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掉电后不丢失</a:t>
            </a:r>
            <a:endParaRPr lang="zh-CN" altLang="en-US" sz="1800" b="1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spcAft>
                <a:spcPct val="50000"/>
              </a:spcAft>
              <a:buClr>
                <a:srgbClr val="000066"/>
              </a:buClr>
              <a:buSzTx/>
              <a:buFont typeface="Wingdings" panose="05000000000000000000" charset="0"/>
              <a:buChar char="Ø"/>
            </a:pPr>
            <a:r>
              <a:rPr lang="zh-CN" altLang="en-US" sz="18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容量大小是2Kbits，即256个字节的EEPROM。</a:t>
            </a:r>
            <a:endParaRPr lang="zh-CN" altLang="en-US" sz="1800" b="1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spcAft>
                <a:spcPct val="50000"/>
              </a:spcAft>
              <a:buClr>
                <a:srgbClr val="000066"/>
              </a:buClr>
              <a:buSzTx/>
              <a:buFont typeface="Wingdings" panose="05000000000000000000" charset="0"/>
              <a:buChar char="Ø"/>
            </a:pPr>
            <a:r>
              <a:rPr lang="zh-CN" altLang="en-US" sz="18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可以反复写入30-100万次，而读取次数是无限的。</a:t>
            </a:r>
            <a:endParaRPr lang="zh-CN" altLang="en-US" sz="18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" panose="020B0500000000090000" charset="-122"/>
              <a:sym typeface="+mn-ea"/>
            </a:endParaRPr>
          </a:p>
          <a:p>
            <a:pPr marL="342900" indent="-342900" algn="l">
              <a:spcAft>
                <a:spcPct val="50000"/>
              </a:spcAft>
              <a:buClr>
                <a:srgbClr val="000066"/>
              </a:buClr>
              <a:buSzTx/>
              <a:buFont typeface="Wingdings" panose="05000000000000000000" charset="0"/>
              <a:buChar char="Ø"/>
            </a:pPr>
            <a:endParaRPr lang="zh-CN" altLang="en-US" sz="20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" panose="020B0500000000090000" charset="-122"/>
              <a:sym typeface="+mn-ea"/>
            </a:endParaRPr>
          </a:p>
          <a:p>
            <a:pPr indent="0">
              <a:spcBef>
                <a:spcPct val="0"/>
              </a:spcBef>
              <a:spcAft>
                <a:spcPct val="50000"/>
              </a:spcAft>
              <a:buClr>
                <a:srgbClr val="EF2F0F"/>
              </a:buClr>
              <a:buSzTx/>
              <a:buFont typeface="Wingdings" panose="05000000000000000000" charset="0"/>
              <a:buNone/>
            </a:pPr>
            <a:endParaRPr lang="zh-CN" altLang="en-US" sz="2000" noProof="0" dirty="0">
              <a:ln>
                <a:noFill/>
              </a:ln>
              <a:solidFill>
                <a:srgbClr val="6BDBFA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" panose="020B0500000000090000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5800" y="3105785"/>
            <a:ext cx="7870190" cy="1605915"/>
          </a:xfrm>
          <a:prstGeom prst="rect">
            <a:avLst/>
          </a:prstGeom>
          <a:ln w="28575">
            <a:prstDash val="lg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lstStyle/>
          <a:p>
            <a:pPr marL="0" indent="0" algn="just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>
                <a:srgbClr val="EF2F0F"/>
              </a:buClr>
              <a:buSzTx/>
              <a:buFont typeface="Wingdings" panose="05000000000000000000" pitchFamily="2" charset="2"/>
              <a:buNone/>
            </a:pPr>
            <a:r>
              <a:rPr lang="zh-CN" altLang="en-US" sz="1800" noProof="0" dirty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0000"/>
                </a:highligh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注：</a:t>
            </a:r>
            <a:r>
              <a:rPr lang="zh-CN" altLang="en-US" sz="18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24C02是一个基于I2C通信协议的器件，I2C是一个通信协议，它拥有严密的通信时序逻辑要求，而EEPROM是一个器件，只是这个器件采样了I2C协议的接口与单片机相连而已，二者并没有必然的联系，EEPROM可以用其它接口，I2C也可以用在其它很多器件上。</a:t>
            </a:r>
            <a:endParaRPr lang="zh-CN" altLang="en-US" sz="18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438150"/>
            <a:ext cx="9144000" cy="0"/>
          </a:xfrm>
          <a:prstGeom prst="line">
            <a:avLst/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95178"/>
            <a:ext cx="2057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微 处 理 器 原 理</a:t>
            </a:r>
            <a:endParaRPr lang="zh-CN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96200" y="92412"/>
            <a:ext cx="14478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内江师范学院</a:t>
            </a:r>
            <a:endParaRPr lang="zh-CN" altLang="en-US" sz="1400" i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800" y="1200785"/>
            <a:ext cx="8409940" cy="3467735"/>
          </a:xfrm>
          <a:prstGeom prst="rect">
            <a:avLst/>
          </a:prstGeom>
          <a:ln w="28575">
            <a:solidFill>
              <a:srgbClr val="002060"/>
            </a:solidFill>
          </a:ln>
        </p:spPr>
        <p:txBody>
          <a:bodyPr wrap="square" rtlCol="0" anchor="t">
            <a:noAutofit/>
          </a:bodyPr>
          <a:lstStyle/>
          <a:p>
            <a:pPr marL="342900" indent="-342900" algn="just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000066"/>
              </a:buClr>
              <a:buSzTx/>
              <a:buFont typeface="Wingdings" panose="05000000000000000000" charset="0"/>
              <a:buChar char="Ø"/>
            </a:pPr>
            <a:r>
              <a:rPr lang="zh-CN" altLang="en-US" sz="18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第一步，首先是I2C的起始信号，接着跟上首字节，也就是我们前边讲的I2C的器件地址，并且在读写方向上选择“写”操作。</a:t>
            </a:r>
            <a:endParaRPr lang="zh-CN" altLang="en-US" sz="18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000066"/>
              </a:buClr>
              <a:buSzTx/>
              <a:buFont typeface="Wingdings" panose="05000000000000000000" charset="0"/>
              <a:buChar char="Ø"/>
            </a:pPr>
            <a:endParaRPr lang="zh-CN" altLang="en-US" sz="18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000066"/>
              </a:buClr>
              <a:buSzTx/>
              <a:buFont typeface="Wingdings" panose="05000000000000000000" charset="0"/>
              <a:buChar char="Ø"/>
            </a:pPr>
            <a:r>
              <a:rPr lang="zh-CN" altLang="en-US" sz="18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第二步，发送数据的存储地址。24C02一共256个字节的存储空间，地址从0x00～0xFF，想把数据存储在哪个位置，写的就是哪个地址。</a:t>
            </a:r>
            <a:endParaRPr lang="zh-CN" altLang="en-US" sz="18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000066"/>
              </a:buClr>
              <a:buSzTx/>
              <a:buFont typeface="Wingdings" panose="05000000000000000000" charset="0"/>
              <a:buChar char="Ø"/>
            </a:pPr>
            <a:endParaRPr lang="zh-CN" altLang="en-US" sz="18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000066"/>
              </a:buClr>
              <a:buSzTx/>
              <a:buFont typeface="Wingdings" panose="05000000000000000000" charset="0"/>
              <a:buChar char="Ø"/>
            </a:pPr>
            <a:r>
              <a:rPr lang="zh-CN" altLang="en-US" sz="18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第三步，发送要存储的数据第一个字节、第二个字节……，每个字节都会回应一个“应答位0”，告诉我们写EEPROM数据成功，如没有回应答位，则写入不成功。在写数据的过程中，每成功写入一个字节，EEPROM存储空间的地址就会自动加1，当加到0xFF后，再写一个字节，地址会溢出又变成了0x00。</a:t>
            </a:r>
            <a:endParaRPr lang="zh-CN" altLang="en-US" sz="18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4800" y="667385"/>
            <a:ext cx="342900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spcBef>
                <a:spcPct val="0"/>
              </a:spcBef>
              <a:spcAft>
                <a:spcPct val="50000"/>
              </a:spcAft>
              <a:buClr>
                <a:srgbClr val="EF2F0F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  <a:sym typeface="+mn-ea"/>
              </a:rPr>
              <a:t>EEPROM写数据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" panose="020B0500000000090000" charset="-122"/>
                <a:sym typeface="+mn-ea"/>
              </a:rPr>
              <a:t>流程</a:t>
            </a: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" panose="020B0500000000090000" charset="-122"/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438150"/>
            <a:ext cx="9144000" cy="0"/>
          </a:xfrm>
          <a:prstGeom prst="line">
            <a:avLst/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95178"/>
            <a:ext cx="2057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微 处 理 器 原 理</a:t>
            </a:r>
            <a:endParaRPr lang="zh-CN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96200" y="92412"/>
            <a:ext cx="14478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内江师范学院</a:t>
            </a:r>
            <a:endParaRPr lang="zh-CN" altLang="en-US" sz="1400" i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800" y="591185"/>
            <a:ext cx="4572000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EEPROM单字节读写操作时序</a:t>
            </a:r>
            <a:endParaRPr lang="zh-CN" altLang="en-US" b="1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3085" y="1169035"/>
            <a:ext cx="8198485" cy="3697605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 anchor="t">
            <a:noAutofit/>
          </a:bodyPr>
          <a:lstStyle/>
          <a:p>
            <a:pPr marL="342900" indent="-342900" algn="just">
              <a:buClr>
                <a:srgbClr val="002060"/>
              </a:buClr>
              <a:buFont typeface="Wingdings" panose="05000000000000000000" charset="0"/>
              <a:buChar char="Ø"/>
            </a:pPr>
            <a:r>
              <a:rPr lang="zh-CN" altLang="en-US" sz="1800" b="1">
                <a:solidFill>
                  <a:srgbClr val="002060"/>
                </a:solidFill>
              </a:rPr>
              <a:t>第一步，首先是</a:t>
            </a:r>
            <a:r>
              <a:rPr lang="en-US" altLang="zh-CN" sz="1800" b="1">
                <a:solidFill>
                  <a:srgbClr val="002060"/>
                </a:solidFill>
              </a:rPr>
              <a:t>I2C</a:t>
            </a:r>
            <a:r>
              <a:rPr lang="zh-CN" altLang="en-US" sz="1800" b="1">
                <a:solidFill>
                  <a:srgbClr val="002060"/>
                </a:solidFill>
              </a:rPr>
              <a:t>的起始信号，接着跟上首字节，也就是我们前边讲的</a:t>
            </a:r>
            <a:r>
              <a:rPr lang="en-US" altLang="zh-CN" sz="1800" b="1">
                <a:solidFill>
                  <a:srgbClr val="002060"/>
                </a:solidFill>
              </a:rPr>
              <a:t>I2C</a:t>
            </a:r>
            <a:r>
              <a:rPr lang="zh-CN" altLang="en-US" sz="1800" b="1">
                <a:solidFill>
                  <a:srgbClr val="002060"/>
                </a:solidFill>
              </a:rPr>
              <a:t>的器件地址，并且在读写方向上选择</a:t>
            </a:r>
            <a:r>
              <a:rPr lang="en-US" altLang="zh-CN" sz="1800" b="1">
                <a:solidFill>
                  <a:srgbClr val="002060"/>
                </a:solidFill>
              </a:rPr>
              <a:t>“</a:t>
            </a:r>
            <a:r>
              <a:rPr lang="zh-CN" altLang="en-US" sz="1800" b="1">
                <a:solidFill>
                  <a:srgbClr val="002060"/>
                </a:solidFill>
              </a:rPr>
              <a:t>写</a:t>
            </a:r>
            <a:r>
              <a:rPr lang="en-US" altLang="zh-CN" sz="1800" b="1">
                <a:solidFill>
                  <a:srgbClr val="002060"/>
                </a:solidFill>
              </a:rPr>
              <a:t>”</a:t>
            </a:r>
            <a:r>
              <a:rPr lang="zh-CN" altLang="en-US" sz="1800" b="1">
                <a:solidFill>
                  <a:srgbClr val="002060"/>
                </a:solidFill>
              </a:rPr>
              <a:t>操作。</a:t>
            </a:r>
            <a:endParaRPr lang="zh-CN" altLang="en-US" sz="1800" b="1">
              <a:solidFill>
                <a:srgbClr val="002060"/>
              </a:solidFill>
            </a:endParaRPr>
          </a:p>
          <a:p>
            <a:pPr marL="342900" indent="-342900" algn="just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Font typeface="Wingdings" panose="05000000000000000000" charset="0"/>
              <a:buChar char="Ø"/>
            </a:pPr>
            <a:endParaRPr lang="zh-CN" altLang="en-US" sz="1800" b="1">
              <a:solidFill>
                <a:srgbClr val="002060"/>
              </a:solidFill>
            </a:endParaRPr>
          </a:p>
          <a:p>
            <a:pPr marL="342900" indent="-342900" algn="just">
              <a:buClr>
                <a:srgbClr val="002060"/>
              </a:buClr>
              <a:buFont typeface="Wingdings" panose="05000000000000000000" charset="0"/>
              <a:buChar char="Ø"/>
            </a:pPr>
            <a:r>
              <a:rPr lang="zh-CN" altLang="en-US" sz="1800" b="1">
                <a:solidFill>
                  <a:srgbClr val="002060"/>
                </a:solidFill>
              </a:rPr>
              <a:t>第二步，发送要读取的数据的地址，注意是地址而非存在</a:t>
            </a:r>
            <a:r>
              <a:rPr lang="en-US" altLang="zh-CN" sz="1800" b="1">
                <a:solidFill>
                  <a:srgbClr val="002060"/>
                </a:solidFill>
              </a:rPr>
              <a:t>EEPROM</a:t>
            </a:r>
            <a:r>
              <a:rPr lang="zh-CN" altLang="en-US" sz="1800" b="1">
                <a:solidFill>
                  <a:srgbClr val="002060"/>
                </a:solidFill>
              </a:rPr>
              <a:t>中的数据，通知</a:t>
            </a:r>
            <a:r>
              <a:rPr lang="en-US" altLang="zh-CN" sz="1800" b="1">
                <a:solidFill>
                  <a:srgbClr val="002060"/>
                </a:solidFill>
              </a:rPr>
              <a:t>EEPROM</a:t>
            </a:r>
            <a:r>
              <a:rPr lang="zh-CN" altLang="en-US" sz="1800" b="1">
                <a:solidFill>
                  <a:srgbClr val="002060"/>
                </a:solidFill>
              </a:rPr>
              <a:t>我要哪个分机的信息。</a:t>
            </a:r>
            <a:endParaRPr lang="zh-CN" altLang="en-US" sz="1800" b="1">
              <a:solidFill>
                <a:srgbClr val="002060"/>
              </a:solidFill>
            </a:endParaRPr>
          </a:p>
          <a:p>
            <a:pPr marL="342900" indent="-342900" algn="just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Font typeface="Wingdings" panose="05000000000000000000" charset="0"/>
              <a:buChar char="Ø"/>
            </a:pPr>
            <a:endParaRPr lang="zh-CN" altLang="en-US" sz="1800" b="1">
              <a:solidFill>
                <a:srgbClr val="002060"/>
              </a:solidFill>
            </a:endParaRPr>
          </a:p>
          <a:p>
            <a:pPr marL="342900" indent="-342900" algn="just">
              <a:buClr>
                <a:srgbClr val="000066"/>
              </a:buClr>
              <a:buFont typeface="Wingdings" panose="05000000000000000000" charset="0"/>
              <a:buChar char="Ø"/>
            </a:pPr>
            <a:r>
              <a:rPr lang="zh-CN" altLang="en-US" sz="1800" b="1">
                <a:solidFill>
                  <a:srgbClr val="002060"/>
                </a:solidFill>
              </a:rPr>
              <a:t>第三步，重新发送</a:t>
            </a:r>
            <a:r>
              <a:rPr lang="en-US" altLang="zh-CN" sz="1800" b="1">
                <a:solidFill>
                  <a:srgbClr val="002060"/>
                </a:solidFill>
              </a:rPr>
              <a:t>I2C</a:t>
            </a:r>
            <a:r>
              <a:rPr lang="zh-CN" altLang="en-US" sz="1800" b="1">
                <a:solidFill>
                  <a:srgbClr val="002060"/>
                </a:solidFill>
              </a:rPr>
              <a:t>起始信号和器件地址，方向位选</a:t>
            </a:r>
            <a:r>
              <a:rPr lang="en-US" altLang="zh-CN" sz="1800" b="1">
                <a:solidFill>
                  <a:srgbClr val="002060"/>
                </a:solidFill>
              </a:rPr>
              <a:t>“</a:t>
            </a:r>
            <a:r>
              <a:rPr lang="zh-CN" altLang="en-US" sz="1800" b="1">
                <a:solidFill>
                  <a:srgbClr val="002060"/>
                </a:solidFill>
              </a:rPr>
              <a:t>读</a:t>
            </a:r>
            <a:r>
              <a:rPr lang="en-US" altLang="zh-CN" sz="1800" b="1">
                <a:solidFill>
                  <a:srgbClr val="002060"/>
                </a:solidFill>
              </a:rPr>
              <a:t>”</a:t>
            </a:r>
            <a:r>
              <a:rPr lang="zh-CN" altLang="en-US" sz="1800" b="1">
                <a:solidFill>
                  <a:srgbClr val="002060"/>
                </a:solidFill>
              </a:rPr>
              <a:t>操作。</a:t>
            </a:r>
            <a:endParaRPr lang="zh-CN" altLang="en-US" sz="1800" b="1">
              <a:solidFill>
                <a:srgbClr val="002060"/>
              </a:solidFill>
            </a:endParaRPr>
          </a:p>
          <a:p>
            <a:pPr algn="just"/>
            <a:r>
              <a:rPr lang="zh-CN" altLang="en-US" sz="1800" b="1">
                <a:solidFill>
                  <a:srgbClr val="002060"/>
                </a:solidFill>
              </a:rPr>
              <a:t>注：这三步当中，每一个字节实际上都是在</a:t>
            </a:r>
            <a:r>
              <a:rPr lang="en-US" altLang="zh-CN" sz="1800" b="1">
                <a:solidFill>
                  <a:srgbClr val="002060"/>
                </a:solidFill>
              </a:rPr>
              <a:t>“</a:t>
            </a:r>
            <a:r>
              <a:rPr lang="zh-CN" altLang="en-US" sz="1800" b="1">
                <a:solidFill>
                  <a:srgbClr val="002060"/>
                </a:solidFill>
              </a:rPr>
              <a:t>写</a:t>
            </a:r>
            <a:r>
              <a:rPr lang="en-US" altLang="zh-CN" sz="1800" b="1">
                <a:solidFill>
                  <a:srgbClr val="002060"/>
                </a:solidFill>
              </a:rPr>
              <a:t>”</a:t>
            </a:r>
            <a:r>
              <a:rPr lang="zh-CN" altLang="en-US" sz="1800" b="1">
                <a:solidFill>
                  <a:srgbClr val="002060"/>
                </a:solidFill>
              </a:rPr>
              <a:t>，所以每一个字节</a:t>
            </a:r>
            <a:r>
              <a:rPr lang="en-US" altLang="zh-CN" sz="1800" b="1">
                <a:solidFill>
                  <a:srgbClr val="002060"/>
                </a:solidFill>
              </a:rPr>
              <a:t>EEPROM</a:t>
            </a:r>
            <a:r>
              <a:rPr lang="zh-CN" altLang="en-US" sz="1800" b="1">
                <a:solidFill>
                  <a:srgbClr val="002060"/>
                </a:solidFill>
              </a:rPr>
              <a:t>都会回应一个</a:t>
            </a:r>
            <a:r>
              <a:rPr lang="en-US" altLang="zh-CN" sz="1800" b="1">
                <a:solidFill>
                  <a:srgbClr val="002060"/>
                </a:solidFill>
              </a:rPr>
              <a:t>“</a:t>
            </a:r>
            <a:r>
              <a:rPr lang="zh-CN" altLang="en-US" sz="1800" b="1">
                <a:solidFill>
                  <a:srgbClr val="002060"/>
                </a:solidFill>
              </a:rPr>
              <a:t>应答位</a:t>
            </a:r>
            <a:r>
              <a:rPr lang="en-US" altLang="zh-CN" sz="1800" b="1">
                <a:solidFill>
                  <a:srgbClr val="002060"/>
                </a:solidFill>
              </a:rPr>
              <a:t>0”</a:t>
            </a:r>
            <a:r>
              <a:rPr lang="zh-CN" altLang="en-US" sz="1800" b="1">
                <a:solidFill>
                  <a:srgbClr val="002060"/>
                </a:solidFill>
              </a:rPr>
              <a:t>。</a:t>
            </a:r>
            <a:endParaRPr lang="zh-CN" altLang="en-US" sz="1800" b="1">
              <a:solidFill>
                <a:srgbClr val="002060"/>
              </a:solidFill>
            </a:endParaRPr>
          </a:p>
          <a:p>
            <a:pPr marL="0" indent="0" algn="just" eaLnBrk="1" latinLnBrk="0" hangingPunct="1">
              <a:lnSpc>
                <a:spcPct val="100000"/>
              </a:lnSpc>
              <a:spcBef>
                <a:spcPts val="0"/>
              </a:spcBef>
            </a:pPr>
            <a:endParaRPr lang="zh-CN" altLang="en-US" sz="1800" b="1">
              <a:solidFill>
                <a:srgbClr val="002060"/>
              </a:solidFill>
            </a:endParaRPr>
          </a:p>
          <a:p>
            <a:pPr marL="342900" indent="-342900" algn="just">
              <a:buClr>
                <a:srgbClr val="000066"/>
              </a:buClr>
              <a:buFont typeface="Wingdings" panose="05000000000000000000" charset="0"/>
              <a:buChar char="Ø"/>
            </a:pPr>
            <a:r>
              <a:rPr lang="zh-CN" altLang="en-US" sz="1800" b="1">
                <a:solidFill>
                  <a:srgbClr val="002060"/>
                </a:solidFill>
              </a:rPr>
              <a:t>第四步，读取从器件发回的数据，读一个字节，如还想继续读下一个字节，发送一个</a:t>
            </a:r>
            <a:r>
              <a:rPr lang="en-US" altLang="zh-CN" sz="1800" b="1">
                <a:solidFill>
                  <a:srgbClr val="002060"/>
                </a:solidFill>
              </a:rPr>
              <a:t>“</a:t>
            </a:r>
            <a:r>
              <a:rPr lang="zh-CN" altLang="en-US" sz="1800" b="1">
                <a:solidFill>
                  <a:srgbClr val="002060"/>
                </a:solidFill>
              </a:rPr>
              <a:t>应答位</a:t>
            </a:r>
            <a:r>
              <a:rPr lang="en-US" altLang="zh-CN" sz="1800" b="1">
                <a:solidFill>
                  <a:srgbClr val="002060"/>
                </a:solidFill>
              </a:rPr>
              <a:t>ACK(0)”</a:t>
            </a:r>
            <a:r>
              <a:rPr lang="zh-CN" altLang="en-US" sz="1800" b="1">
                <a:solidFill>
                  <a:srgbClr val="002060"/>
                </a:solidFill>
              </a:rPr>
              <a:t>，如不想读了，告诉</a:t>
            </a:r>
            <a:r>
              <a:rPr lang="en-US" altLang="zh-CN" sz="1800" b="1">
                <a:solidFill>
                  <a:srgbClr val="002060"/>
                </a:solidFill>
              </a:rPr>
              <a:t>EEPROM</a:t>
            </a:r>
            <a:r>
              <a:rPr lang="zh-CN" altLang="en-US" sz="1800" b="1">
                <a:solidFill>
                  <a:srgbClr val="002060"/>
                </a:solidFill>
              </a:rPr>
              <a:t>，就发送一个</a:t>
            </a:r>
            <a:r>
              <a:rPr lang="en-US" altLang="zh-CN" sz="1800" b="1">
                <a:solidFill>
                  <a:srgbClr val="002060"/>
                </a:solidFill>
              </a:rPr>
              <a:t>“</a:t>
            </a:r>
            <a:r>
              <a:rPr lang="zh-CN" altLang="en-US" sz="1800" b="1">
                <a:solidFill>
                  <a:srgbClr val="002060"/>
                </a:solidFill>
              </a:rPr>
              <a:t>非应答位</a:t>
            </a:r>
            <a:r>
              <a:rPr lang="en-US" altLang="zh-CN" sz="1800" b="1">
                <a:solidFill>
                  <a:srgbClr val="002060"/>
                </a:solidFill>
              </a:rPr>
              <a:t>NAK(1)”</a:t>
            </a:r>
            <a:r>
              <a:rPr lang="zh-CN" altLang="en-US" sz="1800" b="1">
                <a:solidFill>
                  <a:srgbClr val="002060"/>
                </a:solidFill>
              </a:rPr>
              <a:t>。</a:t>
            </a:r>
            <a:endParaRPr lang="zh-CN" altLang="en-US" sz="1800" b="1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438150"/>
            <a:ext cx="9144000" cy="0"/>
          </a:xfrm>
          <a:prstGeom prst="line">
            <a:avLst/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95178"/>
            <a:ext cx="2057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微 处 理 器 原 理</a:t>
            </a:r>
            <a:endParaRPr lang="zh-CN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96200" y="92412"/>
            <a:ext cx="14478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内江师范学院</a:t>
            </a:r>
            <a:endParaRPr lang="zh-CN" altLang="en-US" sz="1400" i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" name="矩形: 折角 7"/>
          <p:cNvSpPr/>
          <p:nvPr/>
        </p:nvSpPr>
        <p:spPr>
          <a:xfrm>
            <a:off x="924560" y="2496185"/>
            <a:ext cx="7840980" cy="2124075"/>
          </a:xfrm>
          <a:prstGeom prst="foldedCorner">
            <a:avLst/>
          </a:prstGeom>
          <a:solidFill>
            <a:srgbClr val="00206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474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 b="1" kern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20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设计一个0~99的秒计数器，用两位数码管显示当前的计数值，并将当前的计数值保存到EEPROM芯片24C02中，断电以后计数值不丢失，再次上电计数器继续计数。</a:t>
            </a:r>
            <a:endParaRPr lang="zh-CN" altLang="en-US" sz="2000" b="1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4" name="Picture 2" descr="查看源图像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>
                        <a14:foregroundMark x1="60250" y1="31625" x2="60375" y2="33875"/>
                        <a14:foregroundMark x1="51250" y1="31750" x2="53375" y2="31750"/>
                        <a14:foregroundMark x1="37250" y1="44250" x2="39625" y2="45000"/>
                        <a14:foregroundMark x1="63875" y1="49625" x2="67000" y2="49875"/>
                        <a14:foregroundMark x1="50375" y1="57125" x2="50750" y2="64250"/>
                        <a14:foregroundMark x1="71500" y1="50750" x2="71500" y2="50750"/>
                        <a14:foregroundMark x1="35875" y1="41250" x2="35875" y2="41250"/>
                        <a14:foregroundMark x1="60250" y1="20125" x2="63500" y2="23625"/>
                        <a14:foregroundMark x1="61250" y1="23625" x2="62000" y2="32250"/>
                        <a14:foregroundMark x1="61000" y1="32625" x2="51625" y2="40875"/>
                        <a14:foregroundMark x1="43625" y1="47875" x2="43625" y2="47875"/>
                        <a14:backgroundMark x1="65125" y1="43750" x2="65125" y2="43750"/>
                        <a14:backgroundMark x1="67000" y1="45875" x2="67000" y2="45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42924"/>
            <a:ext cx="2124075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星形: 七角 14"/>
          <p:cNvSpPr/>
          <p:nvPr/>
        </p:nvSpPr>
        <p:spPr>
          <a:xfrm>
            <a:off x="1981200" y="902335"/>
            <a:ext cx="3105150" cy="1209675"/>
          </a:xfrm>
          <a:prstGeom prst="star7">
            <a:avLst/>
          </a:prstGeom>
          <a:solidFill>
            <a:srgbClr val="002060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做一做：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2*i*8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2*i*9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2*i*10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5*i*8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5*i*9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5*i*10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8*i*8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8*i*9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8*i*10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9*i*8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9*i*9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9*i*10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0*i*8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0*i*9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0*i*10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7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frame"/>
  <p:tag name="KSO_WM_SLIDE_BK_DARK_LIGHT" val="2"/>
</p:tagLst>
</file>

<file path=ppt/tags/tag17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3*i*8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3*i*9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3*i*10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leftRight"/>
  <p:tag name="KSO_WM_SLIDE_BK_DARK_LIGHT" val="2"/>
</p:tagLst>
</file>

<file path=ppt/tags/tag1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4*i*8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4*i*9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4*i*10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topBottom"/>
  <p:tag name="KSO_WM_SLIDE_BK_DARK_LIGHT" val="2"/>
</p:tagLst>
</file>

<file path=ppt/tags/tag1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5*i*8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5*i*9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5*i*10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bottomTop"/>
  <p:tag name="KSO_WM_SLIDE_BK_DARK_LIGHT" val="2"/>
</p:tagLst>
</file>

<file path=ppt/tags/tag20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6*i*8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6*i*9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6*i*10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7*i*4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7*i*5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7*i*6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7*i*7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8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8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TEMPLATE_SUBCATEGORY" val="0"/>
  <p:tag name="KSO_WM_TEMPLATE_COLOR_TYPE" val="1"/>
  <p:tag name="KSO_WM_TEMPLATE_THUMBS_INDEX" val="1、2、3、4、5、6、7、8、9、10、11、12、13、15"/>
  <p:tag name="KSO_WM_TEMPLATE_MASTER_THUMB_INDEX" val="12"/>
  <p:tag name="KSO_WM_UNIT_SHOW_EDIT_AREA_INDICATION" val="0"/>
  <p:tag name="KSO_WM_TAG_VERSION" val="1.0"/>
  <p:tag name="KSO_WM_BEAUTIFY_FLAG" val="#wm#"/>
  <p:tag name="KSO_WM_TEMPLATE_CATEGORY" val="custom"/>
  <p:tag name="KSO_WM_TEMPLATE_INDEX" val="20202582"/>
  <p:tag name="KSO_WM_TEMPLATE_MASTER_TYPE" val="1"/>
</p:tagLst>
</file>

<file path=ppt/tags/tag245.xml><?xml version="1.0" encoding="utf-8"?>
<p:tagLst xmlns:p="http://schemas.openxmlformats.org/presentationml/2006/main">
  <p:tag name="KSO_WM_UNIT_ISCONTENTSTITLE" val="0"/>
  <p:tag name="KSO_WM_UNIT_PRESET_TEXT" val="单击此处添加副标题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582_1*b*1"/>
  <p:tag name="KSO_WM_TEMPLATE_CATEGORY" val="custom"/>
  <p:tag name="KSO_WM_TEMPLATE_INDEX" val="20202582"/>
  <p:tag name="KSO_WM_UNIT_LAYERLEVEL" val="1"/>
  <p:tag name="KSO_WM_TAG_VERSION" val="1.0"/>
  <p:tag name="KSO_WM_BEAUTIFY_FLAG" val="#wm#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246.xml><?xml version="1.0" encoding="utf-8"?>
<p:tagLst xmlns:p="http://schemas.openxmlformats.org/presentationml/2006/main">
  <p:tag name="KSO_WM_DIAGRAM_VIRTUALLY_FRAME" val="{&quot;height&quot;:161.4889778798021,&quot;left&quot;:66.65,&quot;top&quot;:226.49078740157478,&quot;width&quot;:341.9}"/>
</p:tagLst>
</file>

<file path=ppt/tags/tag247.xml><?xml version="1.0" encoding="utf-8"?>
<p:tagLst xmlns:p="http://schemas.openxmlformats.org/presentationml/2006/main">
  <p:tag name="KSO_WM_DIAGRAM_VIRTUALLY_FRAME" val="{&quot;height&quot;:161.4889778798021,&quot;left&quot;:66.65,&quot;top&quot;:226.49078740157478,&quot;width&quot;:341.9}"/>
</p:tagLst>
</file>

<file path=ppt/tags/tag248.xml><?xml version="1.0" encoding="utf-8"?>
<p:tagLst xmlns:p="http://schemas.openxmlformats.org/presentationml/2006/main">
  <p:tag name="KSO_WM_DIAGRAM_VIRTUALLY_FRAME" val="{&quot;height&quot;:161.4889778798021,&quot;left&quot;:66.65,&quot;top&quot;:226.49078740157478,&quot;width&quot;:341.9}"/>
</p:tagLst>
</file>

<file path=ppt/tags/tag249.xml><?xml version="1.0" encoding="utf-8"?>
<p:tagLst xmlns:p="http://schemas.openxmlformats.org/presentationml/2006/main">
  <p:tag name="KSO_WM_DIAGRAM_VIRTUALLY_FRAME" val="{&quot;height&quot;:161.4889778798021,&quot;left&quot;:66.65,&quot;top&quot;:226.49078740157478,&quot;width&quot;:341.9}"/>
</p:tagLst>
</file>

<file path=ppt/tags/tag250.xml><?xml version="1.0" encoding="utf-8"?>
<p:tagLst xmlns:p="http://schemas.openxmlformats.org/presentationml/2006/main">
  <p:tag name="KSO_WM_DIAGRAM_VIRTUALLY_FRAME" val="{&quot;height&quot;:161.4889778798021,&quot;left&quot;:66.65,&quot;top&quot;:226.49078740157478,&quot;width&quot;:341.9}"/>
</p:tagLst>
</file>

<file path=ppt/tags/tag251.xml><?xml version="1.0" encoding="utf-8"?>
<p:tagLst xmlns:p="http://schemas.openxmlformats.org/presentationml/2006/main">
  <p:tag name="KSO_WM_DIAGRAM_VIRTUALLY_FRAME" val="{&quot;height&quot;:161.4889778798021,&quot;left&quot;:66.65,&quot;top&quot;:226.49078740157478,&quot;width&quot;:341.9}"/>
</p:tagLst>
</file>

<file path=ppt/tags/tag252.xml><?xml version="1.0" encoding="utf-8"?>
<p:tagLst xmlns:p="http://schemas.openxmlformats.org/presentationml/2006/main">
  <p:tag name="KSO_WM_DIAGRAM_VIRTUALLY_FRAME" val="{&quot;height&quot;:161.4889778798021,&quot;left&quot;:66.65,&quot;top&quot;:226.49078740157478,&quot;width&quot;:341.9}"/>
</p:tagLst>
</file>

<file path=ppt/tags/tag253.xml><?xml version="1.0" encoding="utf-8"?>
<p:tagLst xmlns:p="http://schemas.openxmlformats.org/presentationml/2006/main">
  <p:tag name="KSO_WM_DIAGRAM_VIRTUALLY_FRAME" val="{&quot;height&quot;:161.4889778798021,&quot;left&quot;:66.65,&quot;top&quot;:226.49078740157478,&quot;width&quot;:341.9}"/>
</p:tagLst>
</file>

<file path=ppt/tags/tag254.xml><?xml version="1.0" encoding="utf-8"?>
<p:tagLst xmlns:p="http://schemas.openxmlformats.org/presentationml/2006/main">
  <p:tag name="KSO_WM_DIAGRAM_VIRTUALLY_FRAME" val="{&quot;height&quot;:161.4889778798021,&quot;left&quot;:66.65,&quot;top&quot;:226.49078740157478,&quot;width&quot;:341.9}"/>
</p:tagLst>
</file>

<file path=ppt/tags/tag255.xml><?xml version="1.0" encoding="utf-8"?>
<p:tagLst xmlns:p="http://schemas.openxmlformats.org/presentationml/2006/main">
  <p:tag name="KSO_WM_DIAGRAM_VIRTUALLY_FRAME" val="{&quot;height&quot;:161.4889778798021,&quot;left&quot;:66.65,&quot;top&quot;:226.49078740157478,&quot;width&quot;:341.9}"/>
</p:tagLst>
</file>

<file path=ppt/tags/tag256.xml><?xml version="1.0" encoding="utf-8"?>
<p:tagLst xmlns:p="http://schemas.openxmlformats.org/presentationml/2006/main">
  <p:tag name="KSO_WM_DIAGRAM_VIRTUALLY_FRAME" val="{&quot;height&quot;:161.4889778798021,&quot;left&quot;:66.65,&quot;top&quot;:226.49078740157478,&quot;width&quot;:341.9}"/>
</p:tagLst>
</file>

<file path=ppt/tags/tag257.xml><?xml version="1.0" encoding="utf-8"?>
<p:tagLst xmlns:p="http://schemas.openxmlformats.org/presentationml/2006/main">
  <p:tag name="KSO_WM_DIAGRAM_VIRTUALLY_FRAME" val="{&quot;height&quot;:161.4889778798021,&quot;left&quot;:66.65,&quot;top&quot;:226.49078740157478,&quot;width&quot;:341.9}"/>
</p:tagLst>
</file>

<file path=ppt/tags/tag258.xml><?xml version="1.0" encoding="utf-8"?>
<p:tagLst xmlns:p="http://schemas.openxmlformats.org/presentationml/2006/main">
  <p:tag name="KSO_WM_UNIT_PLACING_PICTURE_USER_VIEWPORT" val="{&quot;height&quot;:4420,&quot;width&quot;:8445}"/>
</p:tagLst>
</file>

<file path=ppt/theme/theme1.xml><?xml version="1.0" encoding="utf-8"?>
<a:theme xmlns:a="http://schemas.openxmlformats.org/drawingml/2006/main" name="主题4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ysClr val="windowText" lastClr="000000"/>
      </a:dk1>
      <a:lt1>
        <a:sysClr val="window" lastClr="FFFFFF"/>
      </a:lt1>
      <a:dk2>
        <a:srgbClr val="F2F2F2"/>
      </a:dk2>
      <a:lt2>
        <a:srgbClr val="FFFFFF"/>
      </a:lt2>
      <a:accent1>
        <a:srgbClr val="000000"/>
      </a:accent1>
      <a:accent2>
        <a:srgbClr val="20201E"/>
      </a:accent2>
      <a:accent3>
        <a:srgbClr val="40403C"/>
      </a:accent3>
      <a:accent4>
        <a:srgbClr val="615F59"/>
      </a:accent4>
      <a:accent5>
        <a:srgbClr val="817F77"/>
      </a:accent5>
      <a:accent6>
        <a:srgbClr val="A19F95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主题4</Template>
  <TotalTime>0</TotalTime>
  <Words>1857</Words>
  <Application>WPS 演示</Application>
  <PresentationFormat>全屏显示(16:9)</PresentationFormat>
  <Paragraphs>137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Times New Roman</vt:lpstr>
      <vt:lpstr>Arial</vt:lpstr>
      <vt:lpstr>微软雅黑</vt:lpstr>
      <vt:lpstr>汉仪旗黑-85S</vt:lpstr>
      <vt:lpstr>黑体</vt:lpstr>
      <vt:lpstr>Arial Narrow</vt:lpstr>
      <vt:lpstr>仿宋</vt:lpstr>
      <vt:lpstr>思源黑体</vt:lpstr>
      <vt:lpstr>Wingdings</vt:lpstr>
      <vt:lpstr>Wingdings 2</vt:lpstr>
      <vt:lpstr>华文行楷</vt:lpstr>
      <vt:lpstr>Arial Unicode MS</vt:lpstr>
      <vt:lpstr>主题4</vt:lpstr>
      <vt:lpstr>2_Office 主题​​</vt:lpstr>
      <vt:lpstr>IIC与EEPROM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Graduation</dc:title>
  <dc:creator>Talking Point Graphics, Inc. (502) 456-9800</dc:creator>
  <cp:lastModifiedBy>Administrator</cp:lastModifiedBy>
  <cp:revision>504</cp:revision>
  <cp:lastPrinted>2113-01-01T00:00:00Z</cp:lastPrinted>
  <dcterms:created xsi:type="dcterms:W3CDTF">2001-03-06T20:48:00Z</dcterms:created>
  <dcterms:modified xsi:type="dcterms:W3CDTF">2026-03-04T01:58:34Z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BF7E1B10F9BE4EEBA1452778D368F993_12</vt:lpwstr>
  </property>
</Properties>
</file>